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4"/>
  </p:sldMasterIdLst>
  <p:notesMasterIdLst>
    <p:notesMasterId r:id="rId28"/>
  </p:notesMasterIdLst>
  <p:sldIdLst>
    <p:sldId id="256" r:id="rId5"/>
    <p:sldId id="265" r:id="rId6"/>
    <p:sldId id="261" r:id="rId7"/>
    <p:sldId id="263" r:id="rId8"/>
    <p:sldId id="296" r:id="rId9"/>
    <p:sldId id="300" r:id="rId10"/>
    <p:sldId id="269" r:id="rId11"/>
    <p:sldId id="302" r:id="rId12"/>
    <p:sldId id="264" r:id="rId13"/>
    <p:sldId id="304" r:id="rId14"/>
    <p:sldId id="305" r:id="rId15"/>
    <p:sldId id="306" r:id="rId16"/>
    <p:sldId id="307" r:id="rId17"/>
    <p:sldId id="298" r:id="rId18"/>
    <p:sldId id="299" r:id="rId19"/>
    <p:sldId id="311" r:id="rId20"/>
    <p:sldId id="312" r:id="rId21"/>
    <p:sldId id="313" r:id="rId22"/>
    <p:sldId id="308" r:id="rId23"/>
    <p:sldId id="258" r:id="rId24"/>
    <p:sldId id="271" r:id="rId25"/>
    <p:sldId id="310" r:id="rId26"/>
    <p:sldId id="275" r:id="rId27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Sora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FFFFFF"/>
    <a:srgbClr val="FAFAFA"/>
    <a:srgbClr val="156082"/>
    <a:srgbClr val="F5F5F5"/>
    <a:srgbClr val="F8F8F8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0ABFBD-59EB-485C-91D7-9E3D03B874E8}">
  <a:tblStyle styleId="{720ABFBD-59EB-485C-91D7-9E3D03B874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E00502-11FB-4A89-9241-8A36B9B467E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150239FA-7E0C-5D5C-9DA3-1B44B8FE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14943098-FDD0-2EE4-0ECB-0F8A1C2B4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CB09556E-A188-B108-D929-18D4B9280B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070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99496302-8D95-5751-2905-ABC9C3F2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1E9B9A5E-E796-B0A1-CDF2-E649DF341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A3BD8DBF-80DE-E6F1-430C-E457DEB5C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384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2C7DD03D-D24A-1B99-ADA9-5B9E420C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CCD038A2-7907-02F1-1AC5-ECEBF8B80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E850A0EA-BF36-85B1-6E24-799B41108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362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>
          <a:extLst>
            <a:ext uri="{FF2B5EF4-FFF2-40B4-BE49-F238E27FC236}">
              <a16:creationId xmlns:a16="http://schemas.microsoft.com/office/drawing/2014/main" id="{7FD80CCA-EAD8-7B8B-689E-8B745A83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>
            <a:extLst>
              <a:ext uri="{FF2B5EF4-FFF2-40B4-BE49-F238E27FC236}">
                <a16:creationId xmlns:a16="http://schemas.microsoft.com/office/drawing/2014/main" id="{BC2CD641-B68A-DD01-B00C-E7A28AD4F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>
            <a:extLst>
              <a:ext uri="{FF2B5EF4-FFF2-40B4-BE49-F238E27FC236}">
                <a16:creationId xmlns:a16="http://schemas.microsoft.com/office/drawing/2014/main" id="{2F892906-9583-8BB3-D271-C94208379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697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>
          <a:extLst>
            <a:ext uri="{FF2B5EF4-FFF2-40B4-BE49-F238E27FC236}">
              <a16:creationId xmlns:a16="http://schemas.microsoft.com/office/drawing/2014/main" id="{DC60DCD6-EA89-8C91-73FB-EC561927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>
            <a:extLst>
              <a:ext uri="{FF2B5EF4-FFF2-40B4-BE49-F238E27FC236}">
                <a16:creationId xmlns:a16="http://schemas.microsoft.com/office/drawing/2014/main" id="{2590C94B-3C8A-1D4B-592A-0474B7AC1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>
            <a:extLst>
              <a:ext uri="{FF2B5EF4-FFF2-40B4-BE49-F238E27FC236}">
                <a16:creationId xmlns:a16="http://schemas.microsoft.com/office/drawing/2014/main" id="{3B6979CC-9CA4-3289-DDFC-EDC76DB51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2987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>
          <a:extLst>
            <a:ext uri="{FF2B5EF4-FFF2-40B4-BE49-F238E27FC236}">
              <a16:creationId xmlns:a16="http://schemas.microsoft.com/office/drawing/2014/main" id="{22B90F4B-A110-01CC-6BE6-7FE5B854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>
            <a:extLst>
              <a:ext uri="{FF2B5EF4-FFF2-40B4-BE49-F238E27FC236}">
                <a16:creationId xmlns:a16="http://schemas.microsoft.com/office/drawing/2014/main" id="{61F092AA-4D56-15E4-3213-E9A072763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>
            <a:extLst>
              <a:ext uri="{FF2B5EF4-FFF2-40B4-BE49-F238E27FC236}">
                <a16:creationId xmlns:a16="http://schemas.microsoft.com/office/drawing/2014/main" id="{95AC8A75-62FE-83E0-D64F-F7A105BE9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118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>
          <a:extLst>
            <a:ext uri="{FF2B5EF4-FFF2-40B4-BE49-F238E27FC236}">
              <a16:creationId xmlns:a16="http://schemas.microsoft.com/office/drawing/2014/main" id="{FC569937-01A2-7E87-F5EF-833E468F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>
            <a:extLst>
              <a:ext uri="{FF2B5EF4-FFF2-40B4-BE49-F238E27FC236}">
                <a16:creationId xmlns:a16="http://schemas.microsoft.com/office/drawing/2014/main" id="{A3DAAED8-6186-9FF4-822F-5C14DC9ED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>
            <a:extLst>
              <a:ext uri="{FF2B5EF4-FFF2-40B4-BE49-F238E27FC236}">
                <a16:creationId xmlns:a16="http://schemas.microsoft.com/office/drawing/2014/main" id="{A9239DED-2D86-60C5-2F76-522BAEC439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893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15E22F02-ED3F-BDA5-A991-B8A58428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47B26378-4A4F-5A16-BC08-2E7BDD086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DA2BBF1A-CC93-2DC9-0C92-738B212CC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064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84730750-11B7-D0D6-01B5-EF42A69E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662CE4F2-D758-687F-9200-214352AC8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5A7CBF4E-FEA8-D5E1-4280-4C20112F5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6716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04721646-1E40-4FFD-183A-DCA9DA35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CDF597D5-B061-1BDB-9A03-29AF26412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0F022B8C-56F6-58AA-4292-02AE59D0A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8365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27F2FA5F-9E2A-DEDD-8727-03B15174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366FC704-8CCC-F540-06AF-94D725B58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066EFA00-B703-FD8C-3B40-A2DFC7724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85257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>
          <a:extLst>
            <a:ext uri="{FF2B5EF4-FFF2-40B4-BE49-F238E27FC236}">
              <a16:creationId xmlns:a16="http://schemas.microsoft.com/office/drawing/2014/main" id="{DBC86F63-5637-DCB6-8CDF-858F9953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>
            <a:extLst>
              <a:ext uri="{FF2B5EF4-FFF2-40B4-BE49-F238E27FC236}">
                <a16:creationId xmlns:a16="http://schemas.microsoft.com/office/drawing/2014/main" id="{910CC29D-9998-3D0B-FCFD-F3F7B8799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>
            <a:extLst>
              <a:ext uri="{FF2B5EF4-FFF2-40B4-BE49-F238E27FC236}">
                <a16:creationId xmlns:a16="http://schemas.microsoft.com/office/drawing/2014/main" id="{1BF3C33C-DCA8-C735-4491-20403B021A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5152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34130659-9B54-402B-D2B2-101F6AF8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09E6337A-88ED-D7FF-A31D-A9FC4379E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81AB090B-4827-A178-738F-CE5387EC0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3980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172b1845856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172b1845856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>
          <a:extLst>
            <a:ext uri="{FF2B5EF4-FFF2-40B4-BE49-F238E27FC236}">
              <a16:creationId xmlns:a16="http://schemas.microsoft.com/office/drawing/2014/main" id="{C3FC2EC9-E2D4-3BB4-BEE1-8465DE82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>
            <a:extLst>
              <a:ext uri="{FF2B5EF4-FFF2-40B4-BE49-F238E27FC236}">
                <a16:creationId xmlns:a16="http://schemas.microsoft.com/office/drawing/2014/main" id="{EA1E2310-D271-C7D5-9A25-4B245FFE7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>
            <a:extLst>
              <a:ext uri="{FF2B5EF4-FFF2-40B4-BE49-F238E27FC236}">
                <a16:creationId xmlns:a16="http://schemas.microsoft.com/office/drawing/2014/main" id="{9AF27FB3-D604-E855-110F-179A74A63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396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subTitle" idx="1"/>
          </p:nvPr>
        </p:nvSpPr>
        <p:spPr>
          <a:xfrm>
            <a:off x="2321755" y="174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2"/>
          </p:nvPr>
        </p:nvSpPr>
        <p:spPr>
          <a:xfrm>
            <a:off x="5614906" y="174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ubTitle" idx="3"/>
          </p:nvPr>
        </p:nvSpPr>
        <p:spPr>
          <a:xfrm>
            <a:off x="2321754" y="34094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4"/>
          </p:nvPr>
        </p:nvSpPr>
        <p:spPr>
          <a:xfrm>
            <a:off x="5614906" y="34094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5"/>
          </p:nvPr>
        </p:nvSpPr>
        <p:spPr>
          <a:xfrm>
            <a:off x="2321754" y="137935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6"/>
          </p:nvPr>
        </p:nvSpPr>
        <p:spPr>
          <a:xfrm>
            <a:off x="2321754" y="30400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7"/>
          </p:nvPr>
        </p:nvSpPr>
        <p:spPr>
          <a:xfrm>
            <a:off x="5614879" y="137935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8"/>
          </p:nvPr>
        </p:nvSpPr>
        <p:spPr>
          <a:xfrm>
            <a:off x="5614879" y="30400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3982500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alkomate-tomskrisztianjozsef.atlassian.net/projects/KH?selectedItem=com.atlassian.plugins.atlassian-connect-plugin:clockwork-free-cloud__project-timesheet-item#!reportName=Clockwork%20Timesheet&amp;scope%5BstartingAt%5D=CURRENT_MONTH_START&amp;scope%5BendingAt%5D=CURRENT_MONTH_END&amp;scope%5BselectedProjects%5D%5B%5D=10001&amp;selectedBreakdowns%5B%5D=users&amp;period=PERIOD_DAY&amp;additionalColumn=&amp;activeColumnFormat=tim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oogle.com/spreadsheets/d/1-XOLNU6CiwbYkapKggxKBJEqpDILtcdF299a1bloD_k/edit?usp=sharing" TargetMode="External"/><Relationship Id="rId4" Type="http://schemas.openxmlformats.org/officeDocument/2006/relationships/hyperlink" Target="https://github.com/MateLLL/InfoProject/branches/al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612425" y="1496100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dirty="0" err="1"/>
              <a:t>Kovta</a:t>
            </a:r>
            <a:r>
              <a:rPr lang="en-US" sz="4900" dirty="0"/>
              <a:t> </a:t>
            </a:r>
            <a:r>
              <a:rPr lang="en-US" sz="4900" dirty="0" err="1"/>
              <a:t>proje</a:t>
            </a:r>
            <a:r>
              <a:rPr lang="hu-HU" sz="4900" dirty="0"/>
              <a:t>c</a:t>
            </a:r>
            <a:r>
              <a:rPr lang="en-US" sz="4900" dirty="0"/>
              <a:t>t </a:t>
            </a:r>
            <a:r>
              <a:rPr lang="hu-HU" sz="4900" dirty="0" err="1"/>
              <a:t>network</a:t>
            </a:r>
            <a:r>
              <a:rPr lang="en-US" sz="4600" dirty="0"/>
              <a:t> </a:t>
            </a:r>
            <a:r>
              <a:rPr lang="hu-HU" sz="3700" b="0" dirty="0" err="1"/>
              <a:t>Presentation</a:t>
            </a:r>
            <a:endParaRPr lang="en-US" sz="3700" b="0" dirty="0"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4255500" y="4262900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Made by Palkó Máté and Toms </a:t>
            </a:r>
            <a:r>
              <a:rPr lang="en-US" i="1" dirty="0" err="1"/>
              <a:t>Krisztián</a:t>
            </a:r>
            <a:r>
              <a:rPr lang="en-US" i="1" dirty="0"/>
              <a:t> </a:t>
            </a:r>
            <a:r>
              <a:rPr lang="en-US" i="1" dirty="0" err="1"/>
              <a:t>József</a:t>
            </a:r>
            <a:endParaRPr i="1" dirty="0"/>
          </a:p>
        </p:txBody>
      </p:sp>
      <p:grpSp>
        <p:nvGrpSpPr>
          <p:cNvPr id="712" name="Google Shape;712;p24"/>
          <p:cNvGrpSpPr/>
          <p:nvPr/>
        </p:nvGrpSpPr>
        <p:grpSpPr>
          <a:xfrm>
            <a:off x="5148240" y="1213448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/>
          <p:cNvSpPr txBox="1">
            <a:spLocks noGrp="1"/>
          </p:cNvSpPr>
          <p:nvPr>
            <p:ph type="title"/>
          </p:nvPr>
        </p:nvSpPr>
        <p:spPr>
          <a:xfrm>
            <a:off x="644391" y="542631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Introduction</a:t>
            </a:r>
            <a:endParaRPr dirty="0"/>
          </a:p>
        </p:txBody>
      </p:sp>
      <p:grpSp>
        <p:nvGrpSpPr>
          <p:cNvPr id="1711" name="Google Shape;1711;p33"/>
          <p:cNvGrpSpPr/>
          <p:nvPr/>
        </p:nvGrpSpPr>
        <p:grpSpPr>
          <a:xfrm>
            <a:off x="774961" y="1732920"/>
            <a:ext cx="1960712" cy="2470734"/>
            <a:chOff x="1539175" y="2330700"/>
            <a:chExt cx="810350" cy="1017675"/>
          </a:xfrm>
        </p:grpSpPr>
        <p:sp>
          <p:nvSpPr>
            <p:cNvPr id="1712" name="Google Shape;1712;p33"/>
            <p:cNvSpPr/>
            <p:nvPr/>
          </p:nvSpPr>
          <p:spPr>
            <a:xfrm>
              <a:off x="1898400" y="2363625"/>
              <a:ext cx="2825" cy="37825"/>
            </a:xfrm>
            <a:custGeom>
              <a:avLst/>
              <a:gdLst/>
              <a:ahLst/>
              <a:cxnLst/>
              <a:rect l="l" t="t" r="r" b="b"/>
              <a:pathLst>
                <a:path w="113" h="1513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529"/>
                  </a:lnTo>
                  <a:cubicBezTo>
                    <a:pt x="1" y="557"/>
                    <a:pt x="29" y="585"/>
                    <a:pt x="57" y="585"/>
                  </a:cubicBezTo>
                  <a:cubicBezTo>
                    <a:pt x="94" y="585"/>
                    <a:pt x="112" y="557"/>
                    <a:pt x="112" y="529"/>
                  </a:cubicBezTo>
                  <a:lnTo>
                    <a:pt x="112" y="65"/>
                  </a:lnTo>
                  <a:cubicBezTo>
                    <a:pt x="112" y="28"/>
                    <a:pt x="94" y="0"/>
                    <a:pt x="57" y="0"/>
                  </a:cubicBezTo>
                  <a:close/>
                  <a:moveTo>
                    <a:pt x="57" y="928"/>
                  </a:moveTo>
                  <a:cubicBezTo>
                    <a:pt x="29" y="928"/>
                    <a:pt x="1" y="956"/>
                    <a:pt x="1" y="993"/>
                  </a:cubicBezTo>
                  <a:lnTo>
                    <a:pt x="1" y="1457"/>
                  </a:lnTo>
                  <a:cubicBezTo>
                    <a:pt x="1" y="1485"/>
                    <a:pt x="29" y="1512"/>
                    <a:pt x="57" y="1512"/>
                  </a:cubicBezTo>
                  <a:cubicBezTo>
                    <a:pt x="94" y="1512"/>
                    <a:pt x="112" y="1485"/>
                    <a:pt x="112" y="1457"/>
                  </a:cubicBezTo>
                  <a:lnTo>
                    <a:pt x="112" y="993"/>
                  </a:lnTo>
                  <a:cubicBezTo>
                    <a:pt x="112" y="956"/>
                    <a:pt x="94" y="928"/>
                    <a:pt x="57" y="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2199675" y="2704075"/>
              <a:ext cx="82350" cy="174425"/>
            </a:xfrm>
            <a:custGeom>
              <a:avLst/>
              <a:gdLst/>
              <a:ahLst/>
              <a:cxnLst/>
              <a:rect l="l" t="t" r="r" b="b"/>
              <a:pathLst>
                <a:path w="3294" h="6977" extrusionOk="0">
                  <a:moveTo>
                    <a:pt x="1670" y="1"/>
                  </a:moveTo>
                  <a:cubicBezTo>
                    <a:pt x="1642" y="1"/>
                    <a:pt x="1614" y="19"/>
                    <a:pt x="1614" y="56"/>
                  </a:cubicBezTo>
                  <a:cubicBezTo>
                    <a:pt x="1614" y="84"/>
                    <a:pt x="1642" y="112"/>
                    <a:pt x="1670" y="112"/>
                  </a:cubicBezTo>
                  <a:lnTo>
                    <a:pt x="2134" y="112"/>
                  </a:lnTo>
                  <a:cubicBezTo>
                    <a:pt x="2171" y="112"/>
                    <a:pt x="2190" y="84"/>
                    <a:pt x="2190" y="56"/>
                  </a:cubicBezTo>
                  <a:cubicBezTo>
                    <a:pt x="2190" y="19"/>
                    <a:pt x="2171" y="1"/>
                    <a:pt x="2134" y="1"/>
                  </a:cubicBezTo>
                  <a:close/>
                  <a:moveTo>
                    <a:pt x="2598" y="1"/>
                  </a:moveTo>
                  <a:cubicBezTo>
                    <a:pt x="2570" y="1"/>
                    <a:pt x="2542" y="19"/>
                    <a:pt x="2542" y="56"/>
                  </a:cubicBezTo>
                  <a:cubicBezTo>
                    <a:pt x="2542" y="84"/>
                    <a:pt x="2570" y="112"/>
                    <a:pt x="2598" y="112"/>
                  </a:cubicBezTo>
                  <a:lnTo>
                    <a:pt x="3062" y="112"/>
                  </a:lnTo>
                  <a:cubicBezTo>
                    <a:pt x="3099" y="112"/>
                    <a:pt x="3117" y="84"/>
                    <a:pt x="3117" y="56"/>
                  </a:cubicBezTo>
                  <a:cubicBezTo>
                    <a:pt x="3117" y="19"/>
                    <a:pt x="3099" y="1"/>
                    <a:pt x="3062" y="1"/>
                  </a:cubicBezTo>
                  <a:close/>
                  <a:moveTo>
                    <a:pt x="3229" y="288"/>
                  </a:moveTo>
                  <a:cubicBezTo>
                    <a:pt x="3201" y="288"/>
                    <a:pt x="3173" y="316"/>
                    <a:pt x="3173" y="353"/>
                  </a:cubicBezTo>
                  <a:lnTo>
                    <a:pt x="3173" y="817"/>
                  </a:lnTo>
                  <a:cubicBezTo>
                    <a:pt x="3173" y="845"/>
                    <a:pt x="3201" y="873"/>
                    <a:pt x="3229" y="873"/>
                  </a:cubicBezTo>
                  <a:cubicBezTo>
                    <a:pt x="3266" y="873"/>
                    <a:pt x="3294" y="845"/>
                    <a:pt x="3294" y="817"/>
                  </a:cubicBezTo>
                  <a:lnTo>
                    <a:pt x="3294" y="353"/>
                  </a:lnTo>
                  <a:cubicBezTo>
                    <a:pt x="3294" y="316"/>
                    <a:pt x="3266" y="288"/>
                    <a:pt x="3229" y="288"/>
                  </a:cubicBezTo>
                  <a:close/>
                  <a:moveTo>
                    <a:pt x="3229" y="1216"/>
                  </a:moveTo>
                  <a:cubicBezTo>
                    <a:pt x="3201" y="1216"/>
                    <a:pt x="3173" y="1244"/>
                    <a:pt x="3173" y="1281"/>
                  </a:cubicBezTo>
                  <a:lnTo>
                    <a:pt x="3173" y="1745"/>
                  </a:lnTo>
                  <a:cubicBezTo>
                    <a:pt x="3173" y="1772"/>
                    <a:pt x="3201" y="1800"/>
                    <a:pt x="3229" y="1800"/>
                  </a:cubicBezTo>
                  <a:cubicBezTo>
                    <a:pt x="3266" y="1800"/>
                    <a:pt x="3294" y="1772"/>
                    <a:pt x="3294" y="1745"/>
                  </a:cubicBezTo>
                  <a:lnTo>
                    <a:pt x="3294" y="1281"/>
                  </a:lnTo>
                  <a:cubicBezTo>
                    <a:pt x="3294" y="1244"/>
                    <a:pt x="3266" y="1216"/>
                    <a:pt x="3229" y="1216"/>
                  </a:cubicBezTo>
                  <a:close/>
                  <a:moveTo>
                    <a:pt x="3229" y="2143"/>
                  </a:moveTo>
                  <a:cubicBezTo>
                    <a:pt x="3201" y="2143"/>
                    <a:pt x="3173" y="2171"/>
                    <a:pt x="3173" y="2208"/>
                  </a:cubicBezTo>
                  <a:lnTo>
                    <a:pt x="3173" y="2672"/>
                  </a:lnTo>
                  <a:cubicBezTo>
                    <a:pt x="3173" y="2700"/>
                    <a:pt x="3201" y="2728"/>
                    <a:pt x="3229" y="2728"/>
                  </a:cubicBezTo>
                  <a:cubicBezTo>
                    <a:pt x="3266" y="2728"/>
                    <a:pt x="3294" y="2700"/>
                    <a:pt x="3294" y="2672"/>
                  </a:cubicBezTo>
                  <a:lnTo>
                    <a:pt x="3294" y="2208"/>
                  </a:lnTo>
                  <a:cubicBezTo>
                    <a:pt x="3294" y="2171"/>
                    <a:pt x="3266" y="2143"/>
                    <a:pt x="3229" y="2143"/>
                  </a:cubicBezTo>
                  <a:close/>
                  <a:moveTo>
                    <a:pt x="3229" y="3071"/>
                  </a:moveTo>
                  <a:cubicBezTo>
                    <a:pt x="3201" y="3071"/>
                    <a:pt x="3173" y="3099"/>
                    <a:pt x="3173" y="3136"/>
                  </a:cubicBezTo>
                  <a:lnTo>
                    <a:pt x="3173" y="3600"/>
                  </a:lnTo>
                  <a:cubicBezTo>
                    <a:pt x="3173" y="3628"/>
                    <a:pt x="3201" y="3656"/>
                    <a:pt x="3229" y="3656"/>
                  </a:cubicBezTo>
                  <a:cubicBezTo>
                    <a:pt x="3266" y="3656"/>
                    <a:pt x="3294" y="3628"/>
                    <a:pt x="3294" y="3600"/>
                  </a:cubicBezTo>
                  <a:lnTo>
                    <a:pt x="3294" y="3136"/>
                  </a:lnTo>
                  <a:cubicBezTo>
                    <a:pt x="3294" y="3099"/>
                    <a:pt x="3266" y="3071"/>
                    <a:pt x="3229" y="3071"/>
                  </a:cubicBezTo>
                  <a:close/>
                  <a:moveTo>
                    <a:pt x="3229" y="3999"/>
                  </a:moveTo>
                  <a:cubicBezTo>
                    <a:pt x="3201" y="3999"/>
                    <a:pt x="3173" y="4027"/>
                    <a:pt x="3173" y="4064"/>
                  </a:cubicBezTo>
                  <a:lnTo>
                    <a:pt x="3173" y="4528"/>
                  </a:lnTo>
                  <a:cubicBezTo>
                    <a:pt x="3173" y="4555"/>
                    <a:pt x="3201" y="4583"/>
                    <a:pt x="3229" y="4583"/>
                  </a:cubicBezTo>
                  <a:cubicBezTo>
                    <a:pt x="3266" y="4583"/>
                    <a:pt x="3294" y="4555"/>
                    <a:pt x="3294" y="4528"/>
                  </a:cubicBezTo>
                  <a:lnTo>
                    <a:pt x="3294" y="4064"/>
                  </a:lnTo>
                  <a:cubicBezTo>
                    <a:pt x="3294" y="4027"/>
                    <a:pt x="3266" y="3999"/>
                    <a:pt x="3229" y="3999"/>
                  </a:cubicBezTo>
                  <a:close/>
                  <a:moveTo>
                    <a:pt x="269" y="5214"/>
                  </a:moveTo>
                  <a:cubicBezTo>
                    <a:pt x="241" y="5214"/>
                    <a:pt x="214" y="5242"/>
                    <a:pt x="214" y="5279"/>
                  </a:cubicBezTo>
                  <a:cubicBezTo>
                    <a:pt x="214" y="5307"/>
                    <a:pt x="241" y="5335"/>
                    <a:pt x="269" y="5335"/>
                  </a:cubicBezTo>
                  <a:lnTo>
                    <a:pt x="733" y="5335"/>
                  </a:lnTo>
                  <a:cubicBezTo>
                    <a:pt x="770" y="5335"/>
                    <a:pt x="789" y="5307"/>
                    <a:pt x="789" y="5279"/>
                  </a:cubicBezTo>
                  <a:cubicBezTo>
                    <a:pt x="789" y="5242"/>
                    <a:pt x="770" y="5214"/>
                    <a:pt x="733" y="5214"/>
                  </a:cubicBezTo>
                  <a:close/>
                  <a:moveTo>
                    <a:pt x="1197" y="5214"/>
                  </a:moveTo>
                  <a:cubicBezTo>
                    <a:pt x="1169" y="5214"/>
                    <a:pt x="1141" y="5242"/>
                    <a:pt x="1141" y="5279"/>
                  </a:cubicBezTo>
                  <a:cubicBezTo>
                    <a:pt x="1141" y="5307"/>
                    <a:pt x="1169" y="5335"/>
                    <a:pt x="1197" y="5335"/>
                  </a:cubicBezTo>
                  <a:lnTo>
                    <a:pt x="1661" y="5335"/>
                  </a:lnTo>
                  <a:cubicBezTo>
                    <a:pt x="1698" y="5335"/>
                    <a:pt x="1716" y="5307"/>
                    <a:pt x="1716" y="5279"/>
                  </a:cubicBezTo>
                  <a:cubicBezTo>
                    <a:pt x="1716" y="5242"/>
                    <a:pt x="1698" y="5214"/>
                    <a:pt x="1661" y="5214"/>
                  </a:cubicBezTo>
                  <a:close/>
                  <a:moveTo>
                    <a:pt x="2125" y="5214"/>
                  </a:moveTo>
                  <a:cubicBezTo>
                    <a:pt x="2097" y="5214"/>
                    <a:pt x="2069" y="5242"/>
                    <a:pt x="2069" y="5279"/>
                  </a:cubicBezTo>
                  <a:cubicBezTo>
                    <a:pt x="2069" y="5307"/>
                    <a:pt x="2097" y="5335"/>
                    <a:pt x="2125" y="5335"/>
                  </a:cubicBezTo>
                  <a:lnTo>
                    <a:pt x="2588" y="5335"/>
                  </a:lnTo>
                  <a:cubicBezTo>
                    <a:pt x="2626" y="5335"/>
                    <a:pt x="2644" y="5307"/>
                    <a:pt x="2644" y="5279"/>
                  </a:cubicBezTo>
                  <a:cubicBezTo>
                    <a:pt x="2644" y="5242"/>
                    <a:pt x="2626" y="5214"/>
                    <a:pt x="2588" y="5214"/>
                  </a:cubicBezTo>
                  <a:close/>
                  <a:moveTo>
                    <a:pt x="3229" y="4936"/>
                  </a:moveTo>
                  <a:cubicBezTo>
                    <a:pt x="3201" y="4936"/>
                    <a:pt x="3173" y="4954"/>
                    <a:pt x="3173" y="4991"/>
                  </a:cubicBezTo>
                  <a:lnTo>
                    <a:pt x="3173" y="5214"/>
                  </a:lnTo>
                  <a:lnTo>
                    <a:pt x="3052" y="5214"/>
                  </a:lnTo>
                  <a:cubicBezTo>
                    <a:pt x="3024" y="5214"/>
                    <a:pt x="2997" y="5242"/>
                    <a:pt x="2997" y="5279"/>
                  </a:cubicBezTo>
                  <a:cubicBezTo>
                    <a:pt x="2997" y="5307"/>
                    <a:pt x="3024" y="5335"/>
                    <a:pt x="3052" y="5335"/>
                  </a:cubicBezTo>
                  <a:lnTo>
                    <a:pt x="3229" y="5335"/>
                  </a:lnTo>
                  <a:cubicBezTo>
                    <a:pt x="3266" y="5335"/>
                    <a:pt x="3294" y="5307"/>
                    <a:pt x="3294" y="5279"/>
                  </a:cubicBezTo>
                  <a:lnTo>
                    <a:pt x="3294" y="4991"/>
                  </a:lnTo>
                  <a:cubicBezTo>
                    <a:pt x="3294" y="4954"/>
                    <a:pt x="3266" y="4936"/>
                    <a:pt x="3229" y="4936"/>
                  </a:cubicBezTo>
                  <a:close/>
                  <a:moveTo>
                    <a:pt x="56" y="5464"/>
                  </a:moveTo>
                  <a:cubicBezTo>
                    <a:pt x="28" y="5464"/>
                    <a:pt x="0" y="5492"/>
                    <a:pt x="0" y="5520"/>
                  </a:cubicBezTo>
                  <a:lnTo>
                    <a:pt x="0" y="5993"/>
                  </a:lnTo>
                  <a:cubicBezTo>
                    <a:pt x="0" y="6021"/>
                    <a:pt x="28" y="6049"/>
                    <a:pt x="56" y="6049"/>
                  </a:cubicBezTo>
                  <a:cubicBezTo>
                    <a:pt x="93" y="6049"/>
                    <a:pt x="112" y="6021"/>
                    <a:pt x="112" y="5993"/>
                  </a:cubicBezTo>
                  <a:lnTo>
                    <a:pt x="112" y="5520"/>
                  </a:lnTo>
                  <a:cubicBezTo>
                    <a:pt x="112" y="5492"/>
                    <a:pt x="93" y="5464"/>
                    <a:pt x="56" y="5464"/>
                  </a:cubicBezTo>
                  <a:close/>
                  <a:moveTo>
                    <a:pt x="56" y="6392"/>
                  </a:moveTo>
                  <a:cubicBezTo>
                    <a:pt x="28" y="6392"/>
                    <a:pt x="0" y="6420"/>
                    <a:pt x="0" y="6457"/>
                  </a:cubicBezTo>
                  <a:lnTo>
                    <a:pt x="0" y="6921"/>
                  </a:lnTo>
                  <a:cubicBezTo>
                    <a:pt x="0" y="6949"/>
                    <a:pt x="28" y="6977"/>
                    <a:pt x="56" y="6977"/>
                  </a:cubicBezTo>
                  <a:cubicBezTo>
                    <a:pt x="93" y="6977"/>
                    <a:pt x="112" y="6949"/>
                    <a:pt x="112" y="6921"/>
                  </a:cubicBezTo>
                  <a:lnTo>
                    <a:pt x="112" y="6457"/>
                  </a:lnTo>
                  <a:cubicBezTo>
                    <a:pt x="112" y="6420"/>
                    <a:pt x="93" y="6392"/>
                    <a:pt x="56" y="63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2221250" y="2699900"/>
              <a:ext cx="76775" cy="195775"/>
            </a:xfrm>
            <a:custGeom>
              <a:avLst/>
              <a:gdLst/>
              <a:ahLst/>
              <a:cxnLst/>
              <a:rect l="l" t="t" r="r" b="b"/>
              <a:pathLst>
                <a:path w="3071" h="7831" extrusionOk="0">
                  <a:moveTo>
                    <a:pt x="3015" y="1"/>
                  </a:moveTo>
                  <a:cubicBezTo>
                    <a:pt x="2987" y="1"/>
                    <a:pt x="2959" y="28"/>
                    <a:pt x="2959" y="56"/>
                  </a:cubicBezTo>
                  <a:lnTo>
                    <a:pt x="2959" y="520"/>
                  </a:lnTo>
                  <a:cubicBezTo>
                    <a:pt x="2959" y="557"/>
                    <a:pt x="2987" y="585"/>
                    <a:pt x="3015" y="585"/>
                  </a:cubicBezTo>
                  <a:cubicBezTo>
                    <a:pt x="3043" y="585"/>
                    <a:pt x="3071" y="557"/>
                    <a:pt x="3071" y="520"/>
                  </a:cubicBezTo>
                  <a:lnTo>
                    <a:pt x="3071" y="56"/>
                  </a:lnTo>
                  <a:cubicBezTo>
                    <a:pt x="3071" y="28"/>
                    <a:pt x="3052" y="1"/>
                    <a:pt x="3015" y="1"/>
                  </a:cubicBezTo>
                  <a:close/>
                  <a:moveTo>
                    <a:pt x="3015" y="928"/>
                  </a:moveTo>
                  <a:cubicBezTo>
                    <a:pt x="2987" y="928"/>
                    <a:pt x="2959" y="956"/>
                    <a:pt x="2959" y="984"/>
                  </a:cubicBezTo>
                  <a:lnTo>
                    <a:pt x="2959" y="1448"/>
                  </a:lnTo>
                  <a:cubicBezTo>
                    <a:pt x="2959" y="1485"/>
                    <a:pt x="2987" y="1513"/>
                    <a:pt x="3015" y="1513"/>
                  </a:cubicBezTo>
                  <a:cubicBezTo>
                    <a:pt x="3043" y="1513"/>
                    <a:pt x="3071" y="1485"/>
                    <a:pt x="3071" y="1448"/>
                  </a:cubicBezTo>
                  <a:lnTo>
                    <a:pt x="3071" y="984"/>
                  </a:lnTo>
                  <a:cubicBezTo>
                    <a:pt x="3071" y="956"/>
                    <a:pt x="3052" y="928"/>
                    <a:pt x="3015" y="928"/>
                  </a:cubicBezTo>
                  <a:close/>
                  <a:moveTo>
                    <a:pt x="3015" y="1856"/>
                  </a:moveTo>
                  <a:cubicBezTo>
                    <a:pt x="2987" y="1856"/>
                    <a:pt x="2959" y="1884"/>
                    <a:pt x="2959" y="1912"/>
                  </a:cubicBezTo>
                  <a:lnTo>
                    <a:pt x="2959" y="2375"/>
                  </a:lnTo>
                  <a:cubicBezTo>
                    <a:pt x="2959" y="2412"/>
                    <a:pt x="2987" y="2440"/>
                    <a:pt x="3015" y="2440"/>
                  </a:cubicBezTo>
                  <a:cubicBezTo>
                    <a:pt x="3043" y="2440"/>
                    <a:pt x="3071" y="2412"/>
                    <a:pt x="3071" y="2375"/>
                  </a:cubicBezTo>
                  <a:lnTo>
                    <a:pt x="3071" y="1912"/>
                  </a:lnTo>
                  <a:cubicBezTo>
                    <a:pt x="3071" y="1884"/>
                    <a:pt x="3052" y="1856"/>
                    <a:pt x="3015" y="1856"/>
                  </a:cubicBezTo>
                  <a:close/>
                  <a:moveTo>
                    <a:pt x="3015" y="2784"/>
                  </a:moveTo>
                  <a:cubicBezTo>
                    <a:pt x="2987" y="2784"/>
                    <a:pt x="2959" y="2811"/>
                    <a:pt x="2959" y="2839"/>
                  </a:cubicBezTo>
                  <a:lnTo>
                    <a:pt x="2959" y="3303"/>
                  </a:lnTo>
                  <a:cubicBezTo>
                    <a:pt x="2959" y="3340"/>
                    <a:pt x="2987" y="3368"/>
                    <a:pt x="3015" y="3368"/>
                  </a:cubicBezTo>
                  <a:cubicBezTo>
                    <a:pt x="3043" y="3368"/>
                    <a:pt x="3071" y="3340"/>
                    <a:pt x="3071" y="3303"/>
                  </a:cubicBezTo>
                  <a:lnTo>
                    <a:pt x="3071" y="2839"/>
                  </a:lnTo>
                  <a:cubicBezTo>
                    <a:pt x="3071" y="2811"/>
                    <a:pt x="3052" y="2784"/>
                    <a:pt x="3015" y="2784"/>
                  </a:cubicBezTo>
                  <a:close/>
                  <a:moveTo>
                    <a:pt x="3015" y="3711"/>
                  </a:moveTo>
                  <a:cubicBezTo>
                    <a:pt x="2987" y="3711"/>
                    <a:pt x="2959" y="3739"/>
                    <a:pt x="2959" y="3767"/>
                  </a:cubicBezTo>
                  <a:lnTo>
                    <a:pt x="2959" y="4231"/>
                  </a:lnTo>
                  <a:cubicBezTo>
                    <a:pt x="2959" y="4268"/>
                    <a:pt x="2987" y="4296"/>
                    <a:pt x="3015" y="4296"/>
                  </a:cubicBezTo>
                  <a:cubicBezTo>
                    <a:pt x="3043" y="4296"/>
                    <a:pt x="3071" y="4268"/>
                    <a:pt x="3071" y="4231"/>
                  </a:cubicBezTo>
                  <a:lnTo>
                    <a:pt x="3071" y="3767"/>
                  </a:lnTo>
                  <a:cubicBezTo>
                    <a:pt x="3071" y="3739"/>
                    <a:pt x="3052" y="3711"/>
                    <a:pt x="3015" y="3711"/>
                  </a:cubicBezTo>
                  <a:close/>
                  <a:moveTo>
                    <a:pt x="3015" y="4639"/>
                  </a:moveTo>
                  <a:cubicBezTo>
                    <a:pt x="2987" y="4639"/>
                    <a:pt x="2959" y="4667"/>
                    <a:pt x="2959" y="4695"/>
                  </a:cubicBezTo>
                  <a:lnTo>
                    <a:pt x="2959" y="5158"/>
                  </a:lnTo>
                  <a:cubicBezTo>
                    <a:pt x="2959" y="5195"/>
                    <a:pt x="2987" y="5223"/>
                    <a:pt x="3015" y="5223"/>
                  </a:cubicBezTo>
                  <a:cubicBezTo>
                    <a:pt x="3043" y="5223"/>
                    <a:pt x="3071" y="5195"/>
                    <a:pt x="3071" y="5158"/>
                  </a:cubicBezTo>
                  <a:lnTo>
                    <a:pt x="3071" y="4695"/>
                  </a:lnTo>
                  <a:cubicBezTo>
                    <a:pt x="3071" y="4667"/>
                    <a:pt x="3052" y="4639"/>
                    <a:pt x="3015" y="4639"/>
                  </a:cubicBezTo>
                  <a:close/>
                  <a:moveTo>
                    <a:pt x="3015" y="5567"/>
                  </a:moveTo>
                  <a:cubicBezTo>
                    <a:pt x="2987" y="5567"/>
                    <a:pt x="2959" y="5594"/>
                    <a:pt x="2959" y="5622"/>
                  </a:cubicBezTo>
                  <a:lnTo>
                    <a:pt x="2959" y="6095"/>
                  </a:lnTo>
                  <a:cubicBezTo>
                    <a:pt x="2959" y="6123"/>
                    <a:pt x="2987" y="6151"/>
                    <a:pt x="3015" y="6151"/>
                  </a:cubicBezTo>
                  <a:cubicBezTo>
                    <a:pt x="3043" y="6151"/>
                    <a:pt x="3071" y="6123"/>
                    <a:pt x="3071" y="6095"/>
                  </a:cubicBezTo>
                  <a:lnTo>
                    <a:pt x="3071" y="5622"/>
                  </a:lnTo>
                  <a:cubicBezTo>
                    <a:pt x="3071" y="5594"/>
                    <a:pt x="3052" y="5567"/>
                    <a:pt x="3015" y="5567"/>
                  </a:cubicBezTo>
                  <a:close/>
                  <a:moveTo>
                    <a:pt x="390" y="6188"/>
                  </a:moveTo>
                  <a:cubicBezTo>
                    <a:pt x="353" y="6188"/>
                    <a:pt x="334" y="6216"/>
                    <a:pt x="334" y="6253"/>
                  </a:cubicBezTo>
                  <a:cubicBezTo>
                    <a:pt x="334" y="6281"/>
                    <a:pt x="353" y="6309"/>
                    <a:pt x="390" y="6309"/>
                  </a:cubicBezTo>
                  <a:lnTo>
                    <a:pt x="853" y="6309"/>
                  </a:lnTo>
                  <a:cubicBezTo>
                    <a:pt x="881" y="6309"/>
                    <a:pt x="909" y="6281"/>
                    <a:pt x="909" y="6253"/>
                  </a:cubicBezTo>
                  <a:cubicBezTo>
                    <a:pt x="909" y="6216"/>
                    <a:pt x="881" y="6188"/>
                    <a:pt x="853" y="6188"/>
                  </a:cubicBezTo>
                  <a:close/>
                  <a:moveTo>
                    <a:pt x="1317" y="6188"/>
                  </a:moveTo>
                  <a:cubicBezTo>
                    <a:pt x="1280" y="6188"/>
                    <a:pt x="1262" y="6216"/>
                    <a:pt x="1262" y="6253"/>
                  </a:cubicBezTo>
                  <a:cubicBezTo>
                    <a:pt x="1262" y="6281"/>
                    <a:pt x="1280" y="6309"/>
                    <a:pt x="1317" y="6309"/>
                  </a:cubicBezTo>
                  <a:lnTo>
                    <a:pt x="1781" y="6309"/>
                  </a:lnTo>
                  <a:cubicBezTo>
                    <a:pt x="1809" y="6309"/>
                    <a:pt x="1837" y="6281"/>
                    <a:pt x="1837" y="6253"/>
                  </a:cubicBezTo>
                  <a:cubicBezTo>
                    <a:pt x="1837" y="6216"/>
                    <a:pt x="1809" y="6188"/>
                    <a:pt x="1781" y="6188"/>
                  </a:cubicBezTo>
                  <a:close/>
                  <a:moveTo>
                    <a:pt x="2245" y="6188"/>
                  </a:moveTo>
                  <a:cubicBezTo>
                    <a:pt x="2208" y="6188"/>
                    <a:pt x="2189" y="6216"/>
                    <a:pt x="2189" y="6253"/>
                  </a:cubicBezTo>
                  <a:cubicBezTo>
                    <a:pt x="2189" y="6281"/>
                    <a:pt x="2208" y="6309"/>
                    <a:pt x="2245" y="6309"/>
                  </a:cubicBezTo>
                  <a:lnTo>
                    <a:pt x="2709" y="6309"/>
                  </a:lnTo>
                  <a:cubicBezTo>
                    <a:pt x="2737" y="6309"/>
                    <a:pt x="2764" y="6281"/>
                    <a:pt x="2764" y="6253"/>
                  </a:cubicBezTo>
                  <a:cubicBezTo>
                    <a:pt x="2764" y="6216"/>
                    <a:pt x="2737" y="6188"/>
                    <a:pt x="2709" y="6188"/>
                  </a:cubicBezTo>
                  <a:close/>
                  <a:moveTo>
                    <a:pt x="56" y="6318"/>
                  </a:moveTo>
                  <a:cubicBezTo>
                    <a:pt x="28" y="6318"/>
                    <a:pt x="0" y="6346"/>
                    <a:pt x="0" y="6383"/>
                  </a:cubicBezTo>
                  <a:lnTo>
                    <a:pt x="0" y="6847"/>
                  </a:lnTo>
                  <a:cubicBezTo>
                    <a:pt x="0" y="6875"/>
                    <a:pt x="28" y="6902"/>
                    <a:pt x="56" y="6902"/>
                  </a:cubicBezTo>
                  <a:cubicBezTo>
                    <a:pt x="84" y="6902"/>
                    <a:pt x="111" y="6875"/>
                    <a:pt x="111" y="6847"/>
                  </a:cubicBezTo>
                  <a:lnTo>
                    <a:pt x="111" y="6383"/>
                  </a:lnTo>
                  <a:cubicBezTo>
                    <a:pt x="111" y="6346"/>
                    <a:pt x="84" y="6318"/>
                    <a:pt x="56" y="6318"/>
                  </a:cubicBezTo>
                  <a:close/>
                  <a:moveTo>
                    <a:pt x="56" y="7246"/>
                  </a:moveTo>
                  <a:cubicBezTo>
                    <a:pt x="28" y="7246"/>
                    <a:pt x="0" y="7273"/>
                    <a:pt x="0" y="7311"/>
                  </a:cubicBezTo>
                  <a:lnTo>
                    <a:pt x="0" y="7774"/>
                  </a:lnTo>
                  <a:cubicBezTo>
                    <a:pt x="0" y="7802"/>
                    <a:pt x="28" y="7830"/>
                    <a:pt x="56" y="7830"/>
                  </a:cubicBezTo>
                  <a:cubicBezTo>
                    <a:pt x="84" y="7830"/>
                    <a:pt x="111" y="7802"/>
                    <a:pt x="111" y="7774"/>
                  </a:cubicBezTo>
                  <a:lnTo>
                    <a:pt x="111" y="7311"/>
                  </a:lnTo>
                  <a:cubicBezTo>
                    <a:pt x="111" y="7273"/>
                    <a:pt x="84" y="7246"/>
                    <a:pt x="56" y="7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2079525" y="2330700"/>
              <a:ext cx="30425" cy="30175"/>
            </a:xfrm>
            <a:custGeom>
              <a:avLst/>
              <a:gdLst/>
              <a:ahLst/>
              <a:cxnLst/>
              <a:rect l="l" t="t" r="r" b="b"/>
              <a:pathLst>
                <a:path w="1217" h="1207" extrusionOk="0">
                  <a:moveTo>
                    <a:pt x="613" y="176"/>
                  </a:moveTo>
                  <a:lnTo>
                    <a:pt x="752" y="436"/>
                  </a:lnTo>
                  <a:cubicBezTo>
                    <a:pt x="752" y="445"/>
                    <a:pt x="762" y="455"/>
                    <a:pt x="771" y="464"/>
                  </a:cubicBezTo>
                  <a:lnTo>
                    <a:pt x="1031" y="603"/>
                  </a:lnTo>
                  <a:lnTo>
                    <a:pt x="771" y="742"/>
                  </a:lnTo>
                  <a:cubicBezTo>
                    <a:pt x="762" y="752"/>
                    <a:pt x="752" y="761"/>
                    <a:pt x="752" y="770"/>
                  </a:cubicBezTo>
                  <a:lnTo>
                    <a:pt x="604" y="1030"/>
                  </a:lnTo>
                  <a:lnTo>
                    <a:pt x="465" y="770"/>
                  </a:lnTo>
                  <a:cubicBezTo>
                    <a:pt x="465" y="761"/>
                    <a:pt x="456" y="752"/>
                    <a:pt x="446" y="742"/>
                  </a:cubicBezTo>
                  <a:lnTo>
                    <a:pt x="186" y="603"/>
                  </a:lnTo>
                  <a:lnTo>
                    <a:pt x="446" y="464"/>
                  </a:lnTo>
                  <a:cubicBezTo>
                    <a:pt x="456" y="455"/>
                    <a:pt x="465" y="445"/>
                    <a:pt x="465" y="436"/>
                  </a:cubicBezTo>
                  <a:lnTo>
                    <a:pt x="613" y="176"/>
                  </a:lnTo>
                  <a:close/>
                  <a:moveTo>
                    <a:pt x="613" y="0"/>
                  </a:moveTo>
                  <a:cubicBezTo>
                    <a:pt x="585" y="0"/>
                    <a:pt x="567" y="9"/>
                    <a:pt x="558" y="28"/>
                  </a:cubicBezTo>
                  <a:lnTo>
                    <a:pt x="372" y="362"/>
                  </a:lnTo>
                  <a:lnTo>
                    <a:pt x="38" y="547"/>
                  </a:lnTo>
                  <a:cubicBezTo>
                    <a:pt x="20" y="557"/>
                    <a:pt x="1" y="585"/>
                    <a:pt x="1" y="603"/>
                  </a:cubicBezTo>
                  <a:cubicBezTo>
                    <a:pt x="1" y="622"/>
                    <a:pt x="20" y="640"/>
                    <a:pt x="38" y="649"/>
                  </a:cubicBezTo>
                  <a:lnTo>
                    <a:pt x="372" y="835"/>
                  </a:lnTo>
                  <a:lnTo>
                    <a:pt x="558" y="1178"/>
                  </a:lnTo>
                  <a:cubicBezTo>
                    <a:pt x="567" y="1197"/>
                    <a:pt x="585" y="1206"/>
                    <a:pt x="604" y="1206"/>
                  </a:cubicBezTo>
                  <a:cubicBezTo>
                    <a:pt x="632" y="1206"/>
                    <a:pt x="650" y="1197"/>
                    <a:pt x="660" y="1178"/>
                  </a:cubicBezTo>
                  <a:lnTo>
                    <a:pt x="845" y="835"/>
                  </a:lnTo>
                  <a:lnTo>
                    <a:pt x="1179" y="659"/>
                  </a:lnTo>
                  <a:cubicBezTo>
                    <a:pt x="1198" y="640"/>
                    <a:pt x="1216" y="622"/>
                    <a:pt x="1216" y="603"/>
                  </a:cubicBezTo>
                  <a:cubicBezTo>
                    <a:pt x="1216" y="585"/>
                    <a:pt x="1198" y="566"/>
                    <a:pt x="1179" y="557"/>
                  </a:cubicBezTo>
                  <a:lnTo>
                    <a:pt x="845" y="371"/>
                  </a:lnTo>
                  <a:lnTo>
                    <a:pt x="660" y="28"/>
                  </a:lnTo>
                  <a:cubicBezTo>
                    <a:pt x="650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2275275" y="3037350"/>
              <a:ext cx="44550" cy="44775"/>
            </a:xfrm>
            <a:custGeom>
              <a:avLst/>
              <a:gdLst/>
              <a:ahLst/>
              <a:cxnLst/>
              <a:rect l="l" t="t" r="r" b="b"/>
              <a:pathLst>
                <a:path w="1782" h="1791" extrusionOk="0">
                  <a:moveTo>
                    <a:pt x="891" y="176"/>
                  </a:moveTo>
                  <a:lnTo>
                    <a:pt x="1142" y="631"/>
                  </a:lnTo>
                  <a:cubicBezTo>
                    <a:pt x="1142" y="640"/>
                    <a:pt x="1151" y="640"/>
                    <a:pt x="1160" y="649"/>
                  </a:cubicBezTo>
                  <a:lnTo>
                    <a:pt x="1605" y="900"/>
                  </a:lnTo>
                  <a:lnTo>
                    <a:pt x="1160" y="1141"/>
                  </a:lnTo>
                  <a:cubicBezTo>
                    <a:pt x="1151" y="1141"/>
                    <a:pt x="1142" y="1150"/>
                    <a:pt x="1142" y="1160"/>
                  </a:cubicBezTo>
                  <a:lnTo>
                    <a:pt x="891" y="1605"/>
                  </a:lnTo>
                  <a:lnTo>
                    <a:pt x="650" y="1160"/>
                  </a:lnTo>
                  <a:cubicBezTo>
                    <a:pt x="641" y="1150"/>
                    <a:pt x="631" y="1141"/>
                    <a:pt x="622" y="1141"/>
                  </a:cubicBezTo>
                  <a:lnTo>
                    <a:pt x="177" y="891"/>
                  </a:lnTo>
                  <a:lnTo>
                    <a:pt x="622" y="649"/>
                  </a:lnTo>
                  <a:cubicBezTo>
                    <a:pt x="641" y="640"/>
                    <a:pt x="641" y="631"/>
                    <a:pt x="650" y="622"/>
                  </a:cubicBezTo>
                  <a:lnTo>
                    <a:pt x="891" y="176"/>
                  </a:lnTo>
                  <a:close/>
                  <a:moveTo>
                    <a:pt x="891" y="0"/>
                  </a:moveTo>
                  <a:cubicBezTo>
                    <a:pt x="872" y="0"/>
                    <a:pt x="854" y="9"/>
                    <a:pt x="845" y="28"/>
                  </a:cubicBezTo>
                  <a:lnTo>
                    <a:pt x="557" y="557"/>
                  </a:lnTo>
                  <a:lnTo>
                    <a:pt x="28" y="844"/>
                  </a:lnTo>
                  <a:cubicBezTo>
                    <a:pt x="10" y="853"/>
                    <a:pt x="0" y="872"/>
                    <a:pt x="0" y="891"/>
                  </a:cubicBezTo>
                  <a:cubicBezTo>
                    <a:pt x="0" y="909"/>
                    <a:pt x="10" y="937"/>
                    <a:pt x="28" y="946"/>
                  </a:cubicBezTo>
                  <a:lnTo>
                    <a:pt x="557" y="1234"/>
                  </a:lnTo>
                  <a:lnTo>
                    <a:pt x="835" y="1753"/>
                  </a:lnTo>
                  <a:cubicBezTo>
                    <a:pt x="854" y="1772"/>
                    <a:pt x="872" y="1790"/>
                    <a:pt x="891" y="1790"/>
                  </a:cubicBezTo>
                  <a:cubicBezTo>
                    <a:pt x="910" y="1790"/>
                    <a:pt x="928" y="1772"/>
                    <a:pt x="937" y="1753"/>
                  </a:cubicBezTo>
                  <a:lnTo>
                    <a:pt x="1234" y="1234"/>
                  </a:lnTo>
                  <a:lnTo>
                    <a:pt x="1754" y="946"/>
                  </a:lnTo>
                  <a:cubicBezTo>
                    <a:pt x="1772" y="937"/>
                    <a:pt x="1782" y="918"/>
                    <a:pt x="1782" y="900"/>
                  </a:cubicBezTo>
                  <a:cubicBezTo>
                    <a:pt x="1782" y="872"/>
                    <a:pt x="1772" y="853"/>
                    <a:pt x="1754" y="844"/>
                  </a:cubicBezTo>
                  <a:lnTo>
                    <a:pt x="1234" y="557"/>
                  </a:lnTo>
                  <a:lnTo>
                    <a:pt x="947" y="28"/>
                  </a:lnTo>
                  <a:cubicBezTo>
                    <a:pt x="937" y="9"/>
                    <a:pt x="919" y="0"/>
                    <a:pt x="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2281075" y="2533150"/>
              <a:ext cx="3025" cy="16500"/>
            </a:xfrm>
            <a:custGeom>
              <a:avLst/>
              <a:gdLst/>
              <a:ahLst/>
              <a:cxnLst/>
              <a:rect l="l" t="t" r="r" b="b"/>
              <a:pathLst>
                <a:path w="121" h="660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lnTo>
                    <a:pt x="0" y="604"/>
                  </a:lnTo>
                  <a:cubicBezTo>
                    <a:pt x="0" y="641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4"/>
                  </a:cubicBezTo>
                  <a:lnTo>
                    <a:pt x="121" y="66"/>
                  </a:lnTo>
                  <a:cubicBezTo>
                    <a:pt x="121" y="28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2281075" y="2567950"/>
              <a:ext cx="3025" cy="16475"/>
            </a:xfrm>
            <a:custGeom>
              <a:avLst/>
              <a:gdLst/>
              <a:ahLst/>
              <a:cxnLst/>
              <a:rect l="l" t="t" r="r" b="b"/>
              <a:pathLst>
                <a:path w="121" h="659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603"/>
                  </a:lnTo>
                  <a:cubicBezTo>
                    <a:pt x="0" y="640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3"/>
                  </a:cubicBezTo>
                  <a:lnTo>
                    <a:pt x="121" y="65"/>
                  </a:lnTo>
                  <a:cubicBezTo>
                    <a:pt x="121" y="28"/>
                    <a:pt x="93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2291750" y="2557500"/>
              <a:ext cx="16475" cy="2800"/>
            </a:xfrm>
            <a:custGeom>
              <a:avLst/>
              <a:gdLst/>
              <a:ahLst/>
              <a:cxnLst/>
              <a:rect l="l" t="t" r="r" b="b"/>
              <a:pathLst>
                <a:path w="659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603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2256950" y="2557500"/>
              <a:ext cx="16500" cy="2800"/>
            </a:xfrm>
            <a:custGeom>
              <a:avLst/>
              <a:gdLst/>
              <a:ahLst/>
              <a:cxnLst/>
              <a:rect l="l" t="t" r="r" b="b"/>
              <a:pathLst>
                <a:path w="660" h="112" extrusionOk="0">
                  <a:moveTo>
                    <a:pt x="66" y="1"/>
                  </a:moveTo>
                  <a:cubicBezTo>
                    <a:pt x="28" y="1"/>
                    <a:pt x="1" y="19"/>
                    <a:pt x="1" y="56"/>
                  </a:cubicBezTo>
                  <a:cubicBezTo>
                    <a:pt x="1" y="84"/>
                    <a:pt x="28" y="112"/>
                    <a:pt x="66" y="112"/>
                  </a:cubicBezTo>
                  <a:lnTo>
                    <a:pt x="604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2265525" y="2566325"/>
              <a:ext cx="9550" cy="9525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1" y="381"/>
                  </a:moveTo>
                  <a:lnTo>
                    <a:pt x="38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2263900" y="2564875"/>
              <a:ext cx="12800" cy="12600"/>
            </a:xfrm>
            <a:custGeom>
              <a:avLst/>
              <a:gdLst/>
              <a:ahLst/>
              <a:cxnLst/>
              <a:rect l="l" t="t" r="r" b="b"/>
              <a:pathLst>
                <a:path w="512" h="504" extrusionOk="0">
                  <a:moveTo>
                    <a:pt x="447" y="0"/>
                  </a:moveTo>
                  <a:cubicBezTo>
                    <a:pt x="432" y="0"/>
                    <a:pt x="418" y="7"/>
                    <a:pt x="409" y="21"/>
                  </a:cubicBezTo>
                  <a:lnTo>
                    <a:pt x="29" y="401"/>
                  </a:lnTo>
                  <a:cubicBezTo>
                    <a:pt x="1" y="420"/>
                    <a:pt x="1" y="457"/>
                    <a:pt x="29" y="485"/>
                  </a:cubicBezTo>
                  <a:cubicBezTo>
                    <a:pt x="38" y="494"/>
                    <a:pt x="47" y="503"/>
                    <a:pt x="66" y="503"/>
                  </a:cubicBezTo>
                  <a:cubicBezTo>
                    <a:pt x="84" y="503"/>
                    <a:pt x="94" y="494"/>
                    <a:pt x="112" y="485"/>
                  </a:cubicBezTo>
                  <a:lnTo>
                    <a:pt x="493" y="105"/>
                  </a:lnTo>
                  <a:cubicBezTo>
                    <a:pt x="511" y="77"/>
                    <a:pt x="511" y="40"/>
                    <a:pt x="493" y="21"/>
                  </a:cubicBezTo>
                  <a:cubicBezTo>
                    <a:pt x="479" y="7"/>
                    <a:pt x="462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2290125" y="2541725"/>
              <a:ext cx="9525" cy="9550"/>
            </a:xfrm>
            <a:custGeom>
              <a:avLst/>
              <a:gdLst/>
              <a:ahLst/>
              <a:cxnLst/>
              <a:rect l="l" t="t" r="r" b="b"/>
              <a:pathLst>
                <a:path w="381" h="382" extrusionOk="0">
                  <a:moveTo>
                    <a:pt x="0" y="381"/>
                  </a:moveTo>
                  <a:lnTo>
                    <a:pt x="38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2288500" y="2540275"/>
              <a:ext cx="12775" cy="12625"/>
            </a:xfrm>
            <a:custGeom>
              <a:avLst/>
              <a:gdLst/>
              <a:ahLst/>
              <a:cxnLst/>
              <a:rect l="l" t="t" r="r" b="b"/>
              <a:pathLst>
                <a:path w="511" h="505" extrusionOk="0">
                  <a:moveTo>
                    <a:pt x="447" y="1"/>
                  </a:moveTo>
                  <a:cubicBezTo>
                    <a:pt x="432" y="1"/>
                    <a:pt x="418" y="8"/>
                    <a:pt x="408" y="22"/>
                  </a:cubicBezTo>
                  <a:lnTo>
                    <a:pt x="28" y="402"/>
                  </a:lnTo>
                  <a:cubicBezTo>
                    <a:pt x="0" y="421"/>
                    <a:pt x="0" y="458"/>
                    <a:pt x="28" y="486"/>
                  </a:cubicBezTo>
                  <a:cubicBezTo>
                    <a:pt x="37" y="495"/>
                    <a:pt x="47" y="504"/>
                    <a:pt x="65" y="504"/>
                  </a:cubicBezTo>
                  <a:cubicBezTo>
                    <a:pt x="84" y="504"/>
                    <a:pt x="93" y="495"/>
                    <a:pt x="112" y="486"/>
                  </a:cubicBezTo>
                  <a:lnTo>
                    <a:pt x="492" y="96"/>
                  </a:lnTo>
                  <a:cubicBezTo>
                    <a:pt x="510" y="77"/>
                    <a:pt x="510" y="40"/>
                    <a:pt x="492" y="22"/>
                  </a:cubicBezTo>
                  <a:cubicBezTo>
                    <a:pt x="478" y="8"/>
                    <a:pt x="462" y="1"/>
                    <a:pt x="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2265525" y="2541725"/>
              <a:ext cx="9550" cy="9550"/>
            </a:xfrm>
            <a:custGeom>
              <a:avLst/>
              <a:gdLst/>
              <a:ahLst/>
              <a:cxnLst/>
              <a:rect l="l" t="t" r="r" b="b"/>
              <a:pathLst>
                <a:path w="382" h="382" extrusionOk="0">
                  <a:moveTo>
                    <a:pt x="1" y="1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2263900" y="2540275"/>
              <a:ext cx="12800" cy="12625"/>
            </a:xfrm>
            <a:custGeom>
              <a:avLst/>
              <a:gdLst/>
              <a:ahLst/>
              <a:cxnLst/>
              <a:rect l="l" t="t" r="r" b="b"/>
              <a:pathLst>
                <a:path w="512" h="505" extrusionOk="0">
                  <a:moveTo>
                    <a:pt x="67" y="1"/>
                  </a:moveTo>
                  <a:cubicBezTo>
                    <a:pt x="52" y="1"/>
                    <a:pt x="38" y="8"/>
                    <a:pt x="29" y="22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409" y="486"/>
                  </a:lnTo>
                  <a:cubicBezTo>
                    <a:pt x="418" y="495"/>
                    <a:pt x="437" y="504"/>
                    <a:pt x="446" y="504"/>
                  </a:cubicBezTo>
                  <a:cubicBezTo>
                    <a:pt x="465" y="504"/>
                    <a:pt x="483" y="495"/>
                    <a:pt x="493" y="486"/>
                  </a:cubicBezTo>
                  <a:cubicBezTo>
                    <a:pt x="511" y="458"/>
                    <a:pt x="511" y="421"/>
                    <a:pt x="493" y="402"/>
                  </a:cubicBezTo>
                  <a:lnTo>
                    <a:pt x="112" y="22"/>
                  </a:lnTo>
                  <a:cubicBezTo>
                    <a:pt x="98" y="8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2290125" y="25663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0" y="0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2288500" y="2564875"/>
              <a:ext cx="12775" cy="12600"/>
            </a:xfrm>
            <a:custGeom>
              <a:avLst/>
              <a:gdLst/>
              <a:ahLst/>
              <a:cxnLst/>
              <a:rect l="l" t="t" r="r" b="b"/>
              <a:pathLst>
                <a:path w="511" h="504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08" y="485"/>
                  </a:lnTo>
                  <a:cubicBezTo>
                    <a:pt x="418" y="494"/>
                    <a:pt x="436" y="503"/>
                    <a:pt x="446" y="503"/>
                  </a:cubicBezTo>
                  <a:cubicBezTo>
                    <a:pt x="464" y="503"/>
                    <a:pt x="483" y="494"/>
                    <a:pt x="492" y="485"/>
                  </a:cubicBezTo>
                  <a:cubicBezTo>
                    <a:pt x="510" y="457"/>
                    <a:pt x="510" y="420"/>
                    <a:pt x="492" y="401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2241175" y="2381700"/>
              <a:ext cx="19525" cy="19525"/>
            </a:xfrm>
            <a:custGeom>
              <a:avLst/>
              <a:gdLst/>
              <a:ahLst/>
              <a:cxnLst/>
              <a:rect l="l" t="t" r="r" b="b"/>
              <a:pathLst>
                <a:path w="781" h="781" extrusionOk="0">
                  <a:moveTo>
                    <a:pt x="390" y="112"/>
                  </a:moveTo>
                  <a:cubicBezTo>
                    <a:pt x="539" y="112"/>
                    <a:pt x="659" y="233"/>
                    <a:pt x="659" y="391"/>
                  </a:cubicBezTo>
                  <a:cubicBezTo>
                    <a:pt x="659" y="539"/>
                    <a:pt x="539" y="660"/>
                    <a:pt x="390" y="660"/>
                  </a:cubicBezTo>
                  <a:cubicBezTo>
                    <a:pt x="233" y="660"/>
                    <a:pt x="112" y="539"/>
                    <a:pt x="112" y="391"/>
                  </a:cubicBezTo>
                  <a:cubicBezTo>
                    <a:pt x="112" y="233"/>
                    <a:pt x="242" y="112"/>
                    <a:pt x="390" y="112"/>
                  </a:cubicBezTo>
                  <a:close/>
                  <a:moveTo>
                    <a:pt x="390" y="1"/>
                  </a:moveTo>
                  <a:cubicBezTo>
                    <a:pt x="177" y="1"/>
                    <a:pt x="1" y="177"/>
                    <a:pt x="1" y="391"/>
                  </a:cubicBezTo>
                  <a:cubicBezTo>
                    <a:pt x="1" y="604"/>
                    <a:pt x="177" y="780"/>
                    <a:pt x="390" y="780"/>
                  </a:cubicBezTo>
                  <a:cubicBezTo>
                    <a:pt x="604" y="780"/>
                    <a:pt x="780" y="604"/>
                    <a:pt x="780" y="391"/>
                  </a:cubicBezTo>
                  <a:cubicBezTo>
                    <a:pt x="780" y="177"/>
                    <a:pt x="604" y="1"/>
                    <a:pt x="3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2330000" y="2906075"/>
              <a:ext cx="19525" cy="19500"/>
            </a:xfrm>
            <a:custGeom>
              <a:avLst/>
              <a:gdLst/>
              <a:ahLst/>
              <a:cxnLst/>
              <a:rect l="l" t="t" r="r" b="b"/>
              <a:pathLst>
                <a:path w="781" h="780" extrusionOk="0">
                  <a:moveTo>
                    <a:pt x="390" y="112"/>
                  </a:moveTo>
                  <a:cubicBezTo>
                    <a:pt x="539" y="112"/>
                    <a:pt x="659" y="232"/>
                    <a:pt x="659" y="390"/>
                  </a:cubicBezTo>
                  <a:cubicBezTo>
                    <a:pt x="659" y="539"/>
                    <a:pt x="539" y="659"/>
                    <a:pt x="390" y="659"/>
                  </a:cubicBezTo>
                  <a:cubicBezTo>
                    <a:pt x="233" y="659"/>
                    <a:pt x="112" y="539"/>
                    <a:pt x="112" y="390"/>
                  </a:cubicBezTo>
                  <a:cubicBezTo>
                    <a:pt x="112" y="232"/>
                    <a:pt x="233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68" y="0"/>
                    <a:pt x="1" y="167"/>
                    <a:pt x="1" y="390"/>
                  </a:cubicBezTo>
                  <a:cubicBezTo>
                    <a:pt x="1" y="603"/>
                    <a:pt x="168" y="780"/>
                    <a:pt x="390" y="780"/>
                  </a:cubicBezTo>
                  <a:cubicBezTo>
                    <a:pt x="604" y="780"/>
                    <a:pt x="780" y="603"/>
                    <a:pt x="780" y="390"/>
                  </a:cubicBezTo>
                  <a:cubicBezTo>
                    <a:pt x="780" y="167"/>
                    <a:pt x="604" y="0"/>
                    <a:pt x="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2228425" y="3186000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51"/>
                  </a:cubicBezTo>
                  <a:cubicBezTo>
                    <a:pt x="390" y="325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1"/>
                    <a:pt x="251" y="511"/>
                  </a:cubicBezTo>
                  <a:cubicBezTo>
                    <a:pt x="390" y="51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1942250" y="2555875"/>
              <a:ext cx="313575" cy="313575"/>
            </a:xfrm>
            <a:custGeom>
              <a:avLst/>
              <a:gdLst/>
              <a:ahLst/>
              <a:cxnLst/>
              <a:rect l="l" t="t" r="r" b="b"/>
              <a:pathLst>
                <a:path w="12543" h="12543" extrusionOk="0">
                  <a:moveTo>
                    <a:pt x="12496" y="5196"/>
                  </a:moveTo>
                  <a:lnTo>
                    <a:pt x="11995" y="3582"/>
                  </a:lnTo>
                  <a:cubicBezTo>
                    <a:pt x="11949" y="3452"/>
                    <a:pt x="11809" y="3377"/>
                    <a:pt x="11680" y="3424"/>
                  </a:cubicBezTo>
                  <a:lnTo>
                    <a:pt x="10641" y="3748"/>
                  </a:lnTo>
                  <a:cubicBezTo>
                    <a:pt x="10529" y="3786"/>
                    <a:pt x="10418" y="3739"/>
                    <a:pt x="10353" y="3646"/>
                  </a:cubicBezTo>
                  <a:cubicBezTo>
                    <a:pt x="10130" y="3294"/>
                    <a:pt x="9861" y="2988"/>
                    <a:pt x="9564" y="2710"/>
                  </a:cubicBezTo>
                  <a:cubicBezTo>
                    <a:pt x="9481" y="2635"/>
                    <a:pt x="9462" y="2505"/>
                    <a:pt x="9518" y="2413"/>
                  </a:cubicBezTo>
                  <a:lnTo>
                    <a:pt x="10019" y="1439"/>
                  </a:lnTo>
                  <a:cubicBezTo>
                    <a:pt x="10084" y="1318"/>
                    <a:pt x="10028" y="1170"/>
                    <a:pt x="9908" y="1105"/>
                  </a:cubicBezTo>
                  <a:lnTo>
                    <a:pt x="8414" y="325"/>
                  </a:lnTo>
                  <a:cubicBezTo>
                    <a:pt x="8284" y="260"/>
                    <a:pt x="8136" y="307"/>
                    <a:pt x="8071" y="437"/>
                  </a:cubicBezTo>
                  <a:lnTo>
                    <a:pt x="7570" y="1402"/>
                  </a:lnTo>
                  <a:cubicBezTo>
                    <a:pt x="7524" y="1504"/>
                    <a:pt x="7412" y="1550"/>
                    <a:pt x="7301" y="1531"/>
                  </a:cubicBezTo>
                  <a:cubicBezTo>
                    <a:pt x="6902" y="1448"/>
                    <a:pt x="6494" y="1411"/>
                    <a:pt x="6076" y="1420"/>
                  </a:cubicBezTo>
                  <a:cubicBezTo>
                    <a:pt x="5965" y="1429"/>
                    <a:pt x="5863" y="1355"/>
                    <a:pt x="5835" y="1253"/>
                  </a:cubicBezTo>
                  <a:lnTo>
                    <a:pt x="5501" y="214"/>
                  </a:lnTo>
                  <a:cubicBezTo>
                    <a:pt x="5464" y="75"/>
                    <a:pt x="5325" y="1"/>
                    <a:pt x="5186" y="47"/>
                  </a:cubicBezTo>
                  <a:lnTo>
                    <a:pt x="3581" y="557"/>
                  </a:lnTo>
                  <a:cubicBezTo>
                    <a:pt x="3451" y="594"/>
                    <a:pt x="3377" y="734"/>
                    <a:pt x="3414" y="873"/>
                  </a:cubicBezTo>
                  <a:lnTo>
                    <a:pt x="3748" y="1912"/>
                  </a:lnTo>
                  <a:cubicBezTo>
                    <a:pt x="3776" y="2014"/>
                    <a:pt x="3739" y="2134"/>
                    <a:pt x="3646" y="2190"/>
                  </a:cubicBezTo>
                  <a:cubicBezTo>
                    <a:pt x="3293" y="2422"/>
                    <a:pt x="2978" y="2682"/>
                    <a:pt x="2700" y="2979"/>
                  </a:cubicBezTo>
                  <a:cubicBezTo>
                    <a:pt x="2625" y="3062"/>
                    <a:pt x="2505" y="3081"/>
                    <a:pt x="2403" y="3034"/>
                  </a:cubicBezTo>
                  <a:lnTo>
                    <a:pt x="1438" y="2533"/>
                  </a:lnTo>
                  <a:cubicBezTo>
                    <a:pt x="1317" y="2468"/>
                    <a:pt x="1169" y="2515"/>
                    <a:pt x="1104" y="2635"/>
                  </a:cubicBezTo>
                  <a:lnTo>
                    <a:pt x="325" y="4138"/>
                  </a:lnTo>
                  <a:cubicBezTo>
                    <a:pt x="260" y="4259"/>
                    <a:pt x="306" y="4407"/>
                    <a:pt x="427" y="4472"/>
                  </a:cubicBezTo>
                  <a:lnTo>
                    <a:pt x="1401" y="4973"/>
                  </a:lnTo>
                  <a:cubicBezTo>
                    <a:pt x="1494" y="5029"/>
                    <a:pt x="1549" y="5140"/>
                    <a:pt x="1531" y="5251"/>
                  </a:cubicBezTo>
                  <a:cubicBezTo>
                    <a:pt x="1438" y="5641"/>
                    <a:pt x="1401" y="6058"/>
                    <a:pt x="1419" y="6467"/>
                  </a:cubicBezTo>
                  <a:cubicBezTo>
                    <a:pt x="1429" y="6578"/>
                    <a:pt x="1355" y="6680"/>
                    <a:pt x="1243" y="6717"/>
                  </a:cubicBezTo>
                  <a:lnTo>
                    <a:pt x="204" y="7042"/>
                  </a:lnTo>
                  <a:cubicBezTo>
                    <a:pt x="74" y="7088"/>
                    <a:pt x="0" y="7227"/>
                    <a:pt x="47" y="7357"/>
                  </a:cubicBezTo>
                  <a:lnTo>
                    <a:pt x="557" y="8971"/>
                  </a:lnTo>
                  <a:cubicBezTo>
                    <a:pt x="594" y="9101"/>
                    <a:pt x="733" y="9175"/>
                    <a:pt x="863" y="9129"/>
                  </a:cubicBezTo>
                  <a:lnTo>
                    <a:pt x="1902" y="8804"/>
                  </a:lnTo>
                  <a:cubicBezTo>
                    <a:pt x="2013" y="8767"/>
                    <a:pt x="2134" y="8804"/>
                    <a:pt x="2189" y="8906"/>
                  </a:cubicBezTo>
                  <a:cubicBezTo>
                    <a:pt x="2412" y="9250"/>
                    <a:pt x="2681" y="9565"/>
                    <a:pt x="2978" y="9843"/>
                  </a:cubicBezTo>
                  <a:cubicBezTo>
                    <a:pt x="3061" y="9917"/>
                    <a:pt x="3080" y="10038"/>
                    <a:pt x="3034" y="10140"/>
                  </a:cubicBezTo>
                  <a:lnTo>
                    <a:pt x="2523" y="11105"/>
                  </a:lnTo>
                  <a:cubicBezTo>
                    <a:pt x="2468" y="11225"/>
                    <a:pt x="2514" y="11383"/>
                    <a:pt x="2635" y="11448"/>
                  </a:cubicBezTo>
                  <a:lnTo>
                    <a:pt x="4128" y="12227"/>
                  </a:lnTo>
                  <a:cubicBezTo>
                    <a:pt x="4258" y="12283"/>
                    <a:pt x="4407" y="12237"/>
                    <a:pt x="4472" y="12116"/>
                  </a:cubicBezTo>
                  <a:lnTo>
                    <a:pt x="4972" y="11151"/>
                  </a:lnTo>
                  <a:cubicBezTo>
                    <a:pt x="5028" y="11049"/>
                    <a:pt x="5139" y="10994"/>
                    <a:pt x="5241" y="11021"/>
                  </a:cubicBezTo>
                  <a:cubicBezTo>
                    <a:pt x="5640" y="11105"/>
                    <a:pt x="6049" y="11142"/>
                    <a:pt x="6466" y="11123"/>
                  </a:cubicBezTo>
                  <a:cubicBezTo>
                    <a:pt x="6577" y="11123"/>
                    <a:pt x="6679" y="11198"/>
                    <a:pt x="6716" y="11300"/>
                  </a:cubicBezTo>
                  <a:lnTo>
                    <a:pt x="7041" y="12339"/>
                  </a:lnTo>
                  <a:cubicBezTo>
                    <a:pt x="7078" y="12469"/>
                    <a:pt x="7227" y="12543"/>
                    <a:pt x="7357" y="12506"/>
                  </a:cubicBezTo>
                  <a:lnTo>
                    <a:pt x="8961" y="11995"/>
                  </a:lnTo>
                  <a:cubicBezTo>
                    <a:pt x="9101" y="11949"/>
                    <a:pt x="9166" y="11810"/>
                    <a:pt x="9128" y="11680"/>
                  </a:cubicBezTo>
                  <a:lnTo>
                    <a:pt x="8804" y="10641"/>
                  </a:lnTo>
                  <a:cubicBezTo>
                    <a:pt x="8767" y="10539"/>
                    <a:pt x="8804" y="10418"/>
                    <a:pt x="8896" y="10353"/>
                  </a:cubicBezTo>
                  <a:cubicBezTo>
                    <a:pt x="9249" y="10131"/>
                    <a:pt x="9564" y="9871"/>
                    <a:pt x="9843" y="9565"/>
                  </a:cubicBezTo>
                  <a:cubicBezTo>
                    <a:pt x="9917" y="9481"/>
                    <a:pt x="10038" y="9463"/>
                    <a:pt x="10140" y="9519"/>
                  </a:cubicBezTo>
                  <a:lnTo>
                    <a:pt x="11104" y="10020"/>
                  </a:lnTo>
                  <a:cubicBezTo>
                    <a:pt x="11225" y="10084"/>
                    <a:pt x="11373" y="10038"/>
                    <a:pt x="11438" y="9917"/>
                  </a:cubicBezTo>
                  <a:lnTo>
                    <a:pt x="12218" y="8415"/>
                  </a:lnTo>
                  <a:cubicBezTo>
                    <a:pt x="12282" y="8294"/>
                    <a:pt x="12236" y="8136"/>
                    <a:pt x="12116" y="8081"/>
                  </a:cubicBezTo>
                  <a:lnTo>
                    <a:pt x="11141" y="7570"/>
                  </a:lnTo>
                  <a:cubicBezTo>
                    <a:pt x="11049" y="7524"/>
                    <a:pt x="10993" y="7413"/>
                    <a:pt x="11012" y="7301"/>
                  </a:cubicBezTo>
                  <a:cubicBezTo>
                    <a:pt x="11104" y="6903"/>
                    <a:pt x="11141" y="6494"/>
                    <a:pt x="11123" y="6077"/>
                  </a:cubicBezTo>
                  <a:cubicBezTo>
                    <a:pt x="11114" y="5966"/>
                    <a:pt x="11188" y="5873"/>
                    <a:pt x="11299" y="5836"/>
                  </a:cubicBezTo>
                  <a:lnTo>
                    <a:pt x="12338" y="5511"/>
                  </a:lnTo>
                  <a:cubicBezTo>
                    <a:pt x="12468" y="5465"/>
                    <a:pt x="12542" y="5326"/>
                    <a:pt x="12496" y="5196"/>
                  </a:cubicBezTo>
                  <a:close/>
                  <a:moveTo>
                    <a:pt x="7088" y="8869"/>
                  </a:moveTo>
                  <a:cubicBezTo>
                    <a:pt x="5371" y="9361"/>
                    <a:pt x="3637" y="8211"/>
                    <a:pt x="3423" y="6439"/>
                  </a:cubicBezTo>
                  <a:cubicBezTo>
                    <a:pt x="3247" y="5047"/>
                    <a:pt x="4138" y="3711"/>
                    <a:pt x="5483" y="3331"/>
                  </a:cubicBezTo>
                  <a:cubicBezTo>
                    <a:pt x="7199" y="2839"/>
                    <a:pt x="8934" y="3990"/>
                    <a:pt x="9147" y="5752"/>
                  </a:cubicBezTo>
                  <a:cubicBezTo>
                    <a:pt x="9314" y="7144"/>
                    <a:pt x="8433" y="8480"/>
                    <a:pt x="7088" y="88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1942250" y="2548100"/>
              <a:ext cx="313575" cy="312075"/>
            </a:xfrm>
            <a:custGeom>
              <a:avLst/>
              <a:gdLst/>
              <a:ahLst/>
              <a:cxnLst/>
              <a:rect l="l" t="t" r="r" b="b"/>
              <a:pathLst>
                <a:path w="12543" h="12483" extrusionOk="0">
                  <a:moveTo>
                    <a:pt x="6281" y="3179"/>
                  </a:moveTo>
                  <a:cubicBezTo>
                    <a:pt x="7703" y="3179"/>
                    <a:pt x="8967" y="4225"/>
                    <a:pt x="9147" y="5720"/>
                  </a:cubicBezTo>
                  <a:cubicBezTo>
                    <a:pt x="9314" y="7112"/>
                    <a:pt x="8433" y="8447"/>
                    <a:pt x="7088" y="8837"/>
                  </a:cubicBezTo>
                  <a:cubicBezTo>
                    <a:pt x="6820" y="8912"/>
                    <a:pt x="6552" y="8948"/>
                    <a:pt x="6289" y="8948"/>
                  </a:cubicBezTo>
                  <a:cubicBezTo>
                    <a:pt x="4867" y="8948"/>
                    <a:pt x="3603" y="7902"/>
                    <a:pt x="3423" y="6406"/>
                  </a:cubicBezTo>
                  <a:cubicBezTo>
                    <a:pt x="3247" y="5015"/>
                    <a:pt x="4138" y="3679"/>
                    <a:pt x="5483" y="3290"/>
                  </a:cubicBezTo>
                  <a:cubicBezTo>
                    <a:pt x="5750" y="3214"/>
                    <a:pt x="6019" y="3179"/>
                    <a:pt x="6281" y="3179"/>
                  </a:cubicBezTo>
                  <a:close/>
                  <a:moveTo>
                    <a:pt x="5270" y="1"/>
                  </a:moveTo>
                  <a:cubicBezTo>
                    <a:pt x="5242" y="1"/>
                    <a:pt x="5214" y="5"/>
                    <a:pt x="5186" y="15"/>
                  </a:cubicBezTo>
                  <a:lnTo>
                    <a:pt x="3581" y="525"/>
                  </a:lnTo>
                  <a:cubicBezTo>
                    <a:pt x="3451" y="562"/>
                    <a:pt x="3377" y="701"/>
                    <a:pt x="3414" y="840"/>
                  </a:cubicBezTo>
                  <a:lnTo>
                    <a:pt x="3748" y="1879"/>
                  </a:lnTo>
                  <a:cubicBezTo>
                    <a:pt x="3776" y="1982"/>
                    <a:pt x="3739" y="2102"/>
                    <a:pt x="3646" y="2158"/>
                  </a:cubicBezTo>
                  <a:cubicBezTo>
                    <a:pt x="3293" y="2380"/>
                    <a:pt x="2978" y="2649"/>
                    <a:pt x="2700" y="2946"/>
                  </a:cubicBezTo>
                  <a:cubicBezTo>
                    <a:pt x="2652" y="3000"/>
                    <a:pt x="2585" y="3027"/>
                    <a:pt x="2516" y="3027"/>
                  </a:cubicBezTo>
                  <a:cubicBezTo>
                    <a:pt x="2478" y="3027"/>
                    <a:pt x="2439" y="3019"/>
                    <a:pt x="2403" y="3002"/>
                  </a:cubicBezTo>
                  <a:lnTo>
                    <a:pt x="1438" y="2501"/>
                  </a:lnTo>
                  <a:cubicBezTo>
                    <a:pt x="1401" y="2481"/>
                    <a:pt x="1361" y="2472"/>
                    <a:pt x="1322" y="2472"/>
                  </a:cubicBezTo>
                  <a:cubicBezTo>
                    <a:pt x="1234" y="2472"/>
                    <a:pt x="1149" y="2520"/>
                    <a:pt x="1104" y="2603"/>
                  </a:cubicBezTo>
                  <a:lnTo>
                    <a:pt x="325" y="4106"/>
                  </a:lnTo>
                  <a:cubicBezTo>
                    <a:pt x="260" y="4226"/>
                    <a:pt x="306" y="4375"/>
                    <a:pt x="427" y="4440"/>
                  </a:cubicBezTo>
                  <a:lnTo>
                    <a:pt x="1401" y="4941"/>
                  </a:lnTo>
                  <a:cubicBezTo>
                    <a:pt x="1494" y="4996"/>
                    <a:pt x="1549" y="5108"/>
                    <a:pt x="1531" y="5210"/>
                  </a:cubicBezTo>
                  <a:cubicBezTo>
                    <a:pt x="1438" y="5609"/>
                    <a:pt x="1401" y="6026"/>
                    <a:pt x="1419" y="6434"/>
                  </a:cubicBezTo>
                  <a:cubicBezTo>
                    <a:pt x="1429" y="6546"/>
                    <a:pt x="1355" y="6648"/>
                    <a:pt x="1243" y="6685"/>
                  </a:cubicBezTo>
                  <a:lnTo>
                    <a:pt x="204" y="7009"/>
                  </a:lnTo>
                  <a:cubicBezTo>
                    <a:pt x="74" y="7056"/>
                    <a:pt x="0" y="7195"/>
                    <a:pt x="47" y="7325"/>
                  </a:cubicBezTo>
                  <a:lnTo>
                    <a:pt x="557" y="8930"/>
                  </a:lnTo>
                  <a:cubicBezTo>
                    <a:pt x="587" y="9043"/>
                    <a:pt x="685" y="9107"/>
                    <a:pt x="790" y="9107"/>
                  </a:cubicBezTo>
                  <a:cubicBezTo>
                    <a:pt x="814" y="9107"/>
                    <a:pt x="839" y="9104"/>
                    <a:pt x="863" y="9097"/>
                  </a:cubicBezTo>
                  <a:lnTo>
                    <a:pt x="1902" y="8772"/>
                  </a:lnTo>
                  <a:cubicBezTo>
                    <a:pt x="1931" y="8762"/>
                    <a:pt x="1960" y="8758"/>
                    <a:pt x="1989" y="8758"/>
                  </a:cubicBezTo>
                  <a:cubicBezTo>
                    <a:pt x="2071" y="8758"/>
                    <a:pt x="2148" y="8796"/>
                    <a:pt x="2189" y="8865"/>
                  </a:cubicBezTo>
                  <a:cubicBezTo>
                    <a:pt x="2412" y="9217"/>
                    <a:pt x="2681" y="9533"/>
                    <a:pt x="2978" y="9811"/>
                  </a:cubicBezTo>
                  <a:cubicBezTo>
                    <a:pt x="3061" y="9885"/>
                    <a:pt x="3080" y="10006"/>
                    <a:pt x="3034" y="10108"/>
                  </a:cubicBezTo>
                  <a:lnTo>
                    <a:pt x="2523" y="11073"/>
                  </a:lnTo>
                  <a:cubicBezTo>
                    <a:pt x="2468" y="11193"/>
                    <a:pt x="2514" y="11351"/>
                    <a:pt x="2635" y="11407"/>
                  </a:cubicBezTo>
                  <a:lnTo>
                    <a:pt x="4128" y="12186"/>
                  </a:lnTo>
                  <a:cubicBezTo>
                    <a:pt x="4168" y="12206"/>
                    <a:pt x="4210" y="12215"/>
                    <a:pt x="4250" y="12215"/>
                  </a:cubicBezTo>
                  <a:cubicBezTo>
                    <a:pt x="4342" y="12215"/>
                    <a:pt x="4427" y="12167"/>
                    <a:pt x="4472" y="12084"/>
                  </a:cubicBezTo>
                  <a:lnTo>
                    <a:pt x="4972" y="11119"/>
                  </a:lnTo>
                  <a:cubicBezTo>
                    <a:pt x="5018" y="11035"/>
                    <a:pt x="5103" y="10982"/>
                    <a:pt x="5188" y="10982"/>
                  </a:cubicBezTo>
                  <a:cubicBezTo>
                    <a:pt x="5206" y="10982"/>
                    <a:pt x="5224" y="10984"/>
                    <a:pt x="5241" y="10989"/>
                  </a:cubicBezTo>
                  <a:cubicBezTo>
                    <a:pt x="5573" y="11059"/>
                    <a:pt x="5911" y="11096"/>
                    <a:pt x="6255" y="11096"/>
                  </a:cubicBezTo>
                  <a:cubicBezTo>
                    <a:pt x="6325" y="11096"/>
                    <a:pt x="6395" y="11094"/>
                    <a:pt x="6466" y="11091"/>
                  </a:cubicBezTo>
                  <a:cubicBezTo>
                    <a:pt x="6577" y="11091"/>
                    <a:pt x="6679" y="11156"/>
                    <a:pt x="6716" y="11267"/>
                  </a:cubicBezTo>
                  <a:lnTo>
                    <a:pt x="7041" y="12306"/>
                  </a:lnTo>
                  <a:cubicBezTo>
                    <a:pt x="7072" y="12414"/>
                    <a:pt x="7178" y="12483"/>
                    <a:pt x="7288" y="12483"/>
                  </a:cubicBezTo>
                  <a:cubicBezTo>
                    <a:pt x="7311" y="12483"/>
                    <a:pt x="7334" y="12480"/>
                    <a:pt x="7357" y="12473"/>
                  </a:cubicBezTo>
                  <a:lnTo>
                    <a:pt x="8961" y="11963"/>
                  </a:lnTo>
                  <a:cubicBezTo>
                    <a:pt x="9101" y="11917"/>
                    <a:pt x="9166" y="11778"/>
                    <a:pt x="9128" y="11648"/>
                  </a:cubicBezTo>
                  <a:lnTo>
                    <a:pt x="8804" y="10609"/>
                  </a:lnTo>
                  <a:cubicBezTo>
                    <a:pt x="8767" y="10497"/>
                    <a:pt x="8804" y="10386"/>
                    <a:pt x="8896" y="10321"/>
                  </a:cubicBezTo>
                  <a:cubicBezTo>
                    <a:pt x="9249" y="10099"/>
                    <a:pt x="9564" y="9830"/>
                    <a:pt x="9843" y="9533"/>
                  </a:cubicBezTo>
                  <a:cubicBezTo>
                    <a:pt x="9888" y="9481"/>
                    <a:pt x="9952" y="9455"/>
                    <a:pt x="10017" y="9455"/>
                  </a:cubicBezTo>
                  <a:cubicBezTo>
                    <a:pt x="10058" y="9455"/>
                    <a:pt x="10100" y="9465"/>
                    <a:pt x="10140" y="9486"/>
                  </a:cubicBezTo>
                  <a:lnTo>
                    <a:pt x="11104" y="9987"/>
                  </a:lnTo>
                  <a:cubicBezTo>
                    <a:pt x="11141" y="10007"/>
                    <a:pt x="11180" y="10016"/>
                    <a:pt x="11219" y="10016"/>
                  </a:cubicBezTo>
                  <a:cubicBezTo>
                    <a:pt x="11307" y="10016"/>
                    <a:pt x="11393" y="9966"/>
                    <a:pt x="11438" y="9876"/>
                  </a:cubicBezTo>
                  <a:lnTo>
                    <a:pt x="12218" y="8382"/>
                  </a:lnTo>
                  <a:cubicBezTo>
                    <a:pt x="12282" y="8262"/>
                    <a:pt x="12236" y="8104"/>
                    <a:pt x="12116" y="8039"/>
                  </a:cubicBezTo>
                  <a:lnTo>
                    <a:pt x="11141" y="7538"/>
                  </a:lnTo>
                  <a:cubicBezTo>
                    <a:pt x="11049" y="7492"/>
                    <a:pt x="10993" y="7381"/>
                    <a:pt x="11012" y="7269"/>
                  </a:cubicBezTo>
                  <a:cubicBezTo>
                    <a:pt x="11104" y="6870"/>
                    <a:pt x="11141" y="6462"/>
                    <a:pt x="11123" y="6045"/>
                  </a:cubicBezTo>
                  <a:cubicBezTo>
                    <a:pt x="11114" y="5933"/>
                    <a:pt x="11188" y="5831"/>
                    <a:pt x="11299" y="5804"/>
                  </a:cubicBezTo>
                  <a:lnTo>
                    <a:pt x="12338" y="5470"/>
                  </a:lnTo>
                  <a:cubicBezTo>
                    <a:pt x="12468" y="5432"/>
                    <a:pt x="12542" y="5293"/>
                    <a:pt x="12496" y="5154"/>
                  </a:cubicBezTo>
                  <a:lnTo>
                    <a:pt x="11995" y="3549"/>
                  </a:lnTo>
                  <a:cubicBezTo>
                    <a:pt x="11957" y="3442"/>
                    <a:pt x="11855" y="3373"/>
                    <a:pt x="11748" y="3373"/>
                  </a:cubicBezTo>
                  <a:cubicBezTo>
                    <a:pt x="11725" y="3373"/>
                    <a:pt x="11702" y="3376"/>
                    <a:pt x="11680" y="3382"/>
                  </a:cubicBezTo>
                  <a:lnTo>
                    <a:pt x="10641" y="3716"/>
                  </a:lnTo>
                  <a:cubicBezTo>
                    <a:pt x="10616" y="3722"/>
                    <a:pt x="10592" y="3725"/>
                    <a:pt x="10568" y="3725"/>
                  </a:cubicBezTo>
                  <a:cubicBezTo>
                    <a:pt x="10483" y="3725"/>
                    <a:pt x="10404" y="3687"/>
                    <a:pt x="10353" y="3614"/>
                  </a:cubicBezTo>
                  <a:cubicBezTo>
                    <a:pt x="10130" y="3262"/>
                    <a:pt x="9861" y="2946"/>
                    <a:pt x="9564" y="2677"/>
                  </a:cubicBezTo>
                  <a:cubicBezTo>
                    <a:pt x="9481" y="2594"/>
                    <a:pt x="9462" y="2473"/>
                    <a:pt x="9518" y="2380"/>
                  </a:cubicBezTo>
                  <a:lnTo>
                    <a:pt x="10019" y="1406"/>
                  </a:lnTo>
                  <a:cubicBezTo>
                    <a:pt x="10084" y="1286"/>
                    <a:pt x="10028" y="1137"/>
                    <a:pt x="9908" y="1072"/>
                  </a:cubicBezTo>
                  <a:lnTo>
                    <a:pt x="8414" y="293"/>
                  </a:lnTo>
                  <a:cubicBezTo>
                    <a:pt x="8374" y="273"/>
                    <a:pt x="8333" y="264"/>
                    <a:pt x="8292" y="264"/>
                  </a:cubicBezTo>
                  <a:cubicBezTo>
                    <a:pt x="8201" y="264"/>
                    <a:pt x="8116" y="312"/>
                    <a:pt x="8071" y="395"/>
                  </a:cubicBezTo>
                  <a:lnTo>
                    <a:pt x="7570" y="1369"/>
                  </a:lnTo>
                  <a:cubicBezTo>
                    <a:pt x="7530" y="1450"/>
                    <a:pt x="7440" y="1503"/>
                    <a:pt x="7344" y="1503"/>
                  </a:cubicBezTo>
                  <a:cubicBezTo>
                    <a:pt x="7330" y="1503"/>
                    <a:pt x="7315" y="1502"/>
                    <a:pt x="7301" y="1499"/>
                  </a:cubicBezTo>
                  <a:cubicBezTo>
                    <a:pt x="6950" y="1417"/>
                    <a:pt x="6591" y="1386"/>
                    <a:pt x="6226" y="1386"/>
                  </a:cubicBezTo>
                  <a:cubicBezTo>
                    <a:pt x="6176" y="1386"/>
                    <a:pt x="6126" y="1387"/>
                    <a:pt x="6076" y="1388"/>
                  </a:cubicBezTo>
                  <a:cubicBezTo>
                    <a:pt x="6070" y="1388"/>
                    <a:pt x="6064" y="1389"/>
                    <a:pt x="6058" y="1389"/>
                  </a:cubicBezTo>
                  <a:cubicBezTo>
                    <a:pt x="5954" y="1389"/>
                    <a:pt x="5861" y="1317"/>
                    <a:pt x="5835" y="1212"/>
                  </a:cubicBezTo>
                  <a:lnTo>
                    <a:pt x="5501" y="173"/>
                  </a:lnTo>
                  <a:cubicBezTo>
                    <a:pt x="5472" y="69"/>
                    <a:pt x="5377" y="1"/>
                    <a:pt x="52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1942925" y="2533050"/>
              <a:ext cx="313600" cy="311950"/>
            </a:xfrm>
            <a:custGeom>
              <a:avLst/>
              <a:gdLst/>
              <a:ahLst/>
              <a:cxnLst/>
              <a:rect l="l" t="t" r="r" b="b"/>
              <a:pathLst>
                <a:path w="12544" h="12478" extrusionOk="0">
                  <a:moveTo>
                    <a:pt x="6287" y="3341"/>
                  </a:moveTo>
                  <a:cubicBezTo>
                    <a:pt x="7702" y="3341"/>
                    <a:pt x="8968" y="4392"/>
                    <a:pt x="9148" y="5877"/>
                  </a:cubicBezTo>
                  <a:cubicBezTo>
                    <a:pt x="9315" y="7268"/>
                    <a:pt x="8433" y="8604"/>
                    <a:pt x="7088" y="8994"/>
                  </a:cubicBezTo>
                  <a:cubicBezTo>
                    <a:pt x="6818" y="9071"/>
                    <a:pt x="6548" y="9108"/>
                    <a:pt x="6283" y="9108"/>
                  </a:cubicBezTo>
                  <a:cubicBezTo>
                    <a:pt x="4864" y="9108"/>
                    <a:pt x="3604" y="8056"/>
                    <a:pt x="3424" y="6563"/>
                  </a:cubicBezTo>
                  <a:cubicBezTo>
                    <a:pt x="3248" y="5172"/>
                    <a:pt x="4138" y="3836"/>
                    <a:pt x="5484" y="3456"/>
                  </a:cubicBezTo>
                  <a:cubicBezTo>
                    <a:pt x="5752" y="3378"/>
                    <a:pt x="6022" y="3341"/>
                    <a:pt x="6287" y="3341"/>
                  </a:cubicBezTo>
                  <a:close/>
                  <a:moveTo>
                    <a:pt x="5271" y="0"/>
                  </a:moveTo>
                  <a:cubicBezTo>
                    <a:pt x="5243" y="0"/>
                    <a:pt x="5215" y="4"/>
                    <a:pt x="5187" y="14"/>
                  </a:cubicBezTo>
                  <a:lnTo>
                    <a:pt x="3582" y="524"/>
                  </a:lnTo>
                  <a:cubicBezTo>
                    <a:pt x="3452" y="561"/>
                    <a:pt x="3378" y="700"/>
                    <a:pt x="3415" y="840"/>
                  </a:cubicBezTo>
                  <a:lnTo>
                    <a:pt x="3749" y="1879"/>
                  </a:lnTo>
                  <a:cubicBezTo>
                    <a:pt x="3777" y="1981"/>
                    <a:pt x="3739" y="2101"/>
                    <a:pt x="3647" y="2157"/>
                  </a:cubicBezTo>
                  <a:cubicBezTo>
                    <a:pt x="3294" y="2379"/>
                    <a:pt x="2979" y="2648"/>
                    <a:pt x="2700" y="2945"/>
                  </a:cubicBezTo>
                  <a:cubicBezTo>
                    <a:pt x="2653" y="2999"/>
                    <a:pt x="2586" y="3026"/>
                    <a:pt x="2517" y="3026"/>
                  </a:cubicBezTo>
                  <a:cubicBezTo>
                    <a:pt x="2479" y="3026"/>
                    <a:pt x="2440" y="3018"/>
                    <a:pt x="2404" y="3001"/>
                  </a:cubicBezTo>
                  <a:lnTo>
                    <a:pt x="1439" y="2500"/>
                  </a:lnTo>
                  <a:cubicBezTo>
                    <a:pt x="1402" y="2480"/>
                    <a:pt x="1362" y="2471"/>
                    <a:pt x="1323" y="2471"/>
                  </a:cubicBezTo>
                  <a:cubicBezTo>
                    <a:pt x="1235" y="2471"/>
                    <a:pt x="1150" y="2519"/>
                    <a:pt x="1105" y="2602"/>
                  </a:cubicBezTo>
                  <a:lnTo>
                    <a:pt x="326" y="4096"/>
                  </a:lnTo>
                  <a:cubicBezTo>
                    <a:pt x="261" y="4225"/>
                    <a:pt x="307" y="4374"/>
                    <a:pt x="428" y="4439"/>
                  </a:cubicBezTo>
                  <a:lnTo>
                    <a:pt x="1402" y="4940"/>
                  </a:lnTo>
                  <a:cubicBezTo>
                    <a:pt x="1495" y="4995"/>
                    <a:pt x="1550" y="5107"/>
                    <a:pt x="1532" y="5209"/>
                  </a:cubicBezTo>
                  <a:cubicBezTo>
                    <a:pt x="1439" y="5608"/>
                    <a:pt x="1402" y="6016"/>
                    <a:pt x="1420" y="6433"/>
                  </a:cubicBezTo>
                  <a:cubicBezTo>
                    <a:pt x="1430" y="6545"/>
                    <a:pt x="1355" y="6647"/>
                    <a:pt x="1244" y="6684"/>
                  </a:cubicBezTo>
                  <a:lnTo>
                    <a:pt x="205" y="7008"/>
                  </a:lnTo>
                  <a:cubicBezTo>
                    <a:pt x="75" y="7046"/>
                    <a:pt x="1" y="7194"/>
                    <a:pt x="47" y="7324"/>
                  </a:cubicBezTo>
                  <a:lnTo>
                    <a:pt x="558" y="8929"/>
                  </a:lnTo>
                  <a:cubicBezTo>
                    <a:pt x="588" y="9042"/>
                    <a:pt x="685" y="9106"/>
                    <a:pt x="791" y="9106"/>
                  </a:cubicBezTo>
                  <a:cubicBezTo>
                    <a:pt x="815" y="9106"/>
                    <a:pt x="839" y="9103"/>
                    <a:pt x="864" y="9096"/>
                  </a:cubicBezTo>
                  <a:lnTo>
                    <a:pt x="1903" y="8771"/>
                  </a:lnTo>
                  <a:cubicBezTo>
                    <a:pt x="1931" y="8761"/>
                    <a:pt x="1961" y="8757"/>
                    <a:pt x="1990" y="8757"/>
                  </a:cubicBezTo>
                  <a:cubicBezTo>
                    <a:pt x="2072" y="8757"/>
                    <a:pt x="2149" y="8795"/>
                    <a:pt x="2190" y="8864"/>
                  </a:cubicBezTo>
                  <a:cubicBezTo>
                    <a:pt x="2413" y="9216"/>
                    <a:pt x="2682" y="9532"/>
                    <a:pt x="2979" y="9810"/>
                  </a:cubicBezTo>
                  <a:cubicBezTo>
                    <a:pt x="3062" y="9884"/>
                    <a:pt x="3081" y="10005"/>
                    <a:pt x="3034" y="10107"/>
                  </a:cubicBezTo>
                  <a:lnTo>
                    <a:pt x="2524" y="11072"/>
                  </a:lnTo>
                  <a:cubicBezTo>
                    <a:pt x="2469" y="11192"/>
                    <a:pt x="2515" y="11341"/>
                    <a:pt x="2636" y="11406"/>
                  </a:cubicBezTo>
                  <a:lnTo>
                    <a:pt x="4129" y="12185"/>
                  </a:lnTo>
                  <a:cubicBezTo>
                    <a:pt x="4169" y="12205"/>
                    <a:pt x="4211" y="12214"/>
                    <a:pt x="4251" y="12214"/>
                  </a:cubicBezTo>
                  <a:cubicBezTo>
                    <a:pt x="4342" y="12214"/>
                    <a:pt x="4427" y="12166"/>
                    <a:pt x="4472" y="12083"/>
                  </a:cubicBezTo>
                  <a:lnTo>
                    <a:pt x="4973" y="11109"/>
                  </a:lnTo>
                  <a:cubicBezTo>
                    <a:pt x="5022" y="11028"/>
                    <a:pt x="5112" y="10975"/>
                    <a:pt x="5202" y="10975"/>
                  </a:cubicBezTo>
                  <a:cubicBezTo>
                    <a:pt x="5216" y="10975"/>
                    <a:pt x="5229" y="10976"/>
                    <a:pt x="5242" y="10979"/>
                  </a:cubicBezTo>
                  <a:cubicBezTo>
                    <a:pt x="5575" y="11056"/>
                    <a:pt x="5914" y="11095"/>
                    <a:pt x="6259" y="11095"/>
                  </a:cubicBezTo>
                  <a:cubicBezTo>
                    <a:pt x="6328" y="11095"/>
                    <a:pt x="6397" y="11093"/>
                    <a:pt x="6467" y="11090"/>
                  </a:cubicBezTo>
                  <a:cubicBezTo>
                    <a:pt x="6473" y="11090"/>
                    <a:pt x="6479" y="11089"/>
                    <a:pt x="6486" y="11089"/>
                  </a:cubicBezTo>
                  <a:cubicBezTo>
                    <a:pt x="6589" y="11089"/>
                    <a:pt x="6682" y="11161"/>
                    <a:pt x="6717" y="11266"/>
                  </a:cubicBezTo>
                  <a:lnTo>
                    <a:pt x="7042" y="12305"/>
                  </a:lnTo>
                  <a:cubicBezTo>
                    <a:pt x="7072" y="12409"/>
                    <a:pt x="7172" y="12477"/>
                    <a:pt x="7277" y="12477"/>
                  </a:cubicBezTo>
                  <a:cubicBezTo>
                    <a:pt x="7304" y="12477"/>
                    <a:pt x="7331" y="12473"/>
                    <a:pt x="7357" y="12463"/>
                  </a:cubicBezTo>
                  <a:lnTo>
                    <a:pt x="8962" y="11962"/>
                  </a:lnTo>
                  <a:cubicBezTo>
                    <a:pt x="9101" y="11916"/>
                    <a:pt x="9166" y="11777"/>
                    <a:pt x="9129" y="11647"/>
                  </a:cubicBezTo>
                  <a:lnTo>
                    <a:pt x="8805" y="10608"/>
                  </a:lnTo>
                  <a:cubicBezTo>
                    <a:pt x="8767" y="10497"/>
                    <a:pt x="8805" y="10385"/>
                    <a:pt x="8897" y="10320"/>
                  </a:cubicBezTo>
                  <a:cubicBezTo>
                    <a:pt x="9250" y="10098"/>
                    <a:pt x="9565" y="9829"/>
                    <a:pt x="9844" y="9532"/>
                  </a:cubicBezTo>
                  <a:cubicBezTo>
                    <a:pt x="9889" y="9480"/>
                    <a:pt x="9953" y="9454"/>
                    <a:pt x="10018" y="9454"/>
                  </a:cubicBezTo>
                  <a:cubicBezTo>
                    <a:pt x="10059" y="9454"/>
                    <a:pt x="10101" y="9464"/>
                    <a:pt x="10140" y="9485"/>
                  </a:cubicBezTo>
                  <a:lnTo>
                    <a:pt x="11105" y="9986"/>
                  </a:lnTo>
                  <a:cubicBezTo>
                    <a:pt x="11142" y="10006"/>
                    <a:pt x="11181" y="10015"/>
                    <a:pt x="11219" y="10015"/>
                  </a:cubicBezTo>
                  <a:cubicBezTo>
                    <a:pt x="11308" y="10015"/>
                    <a:pt x="11394" y="9965"/>
                    <a:pt x="11439" y="9875"/>
                  </a:cubicBezTo>
                  <a:lnTo>
                    <a:pt x="12218" y="8381"/>
                  </a:lnTo>
                  <a:cubicBezTo>
                    <a:pt x="12283" y="8252"/>
                    <a:pt x="12237" y="8103"/>
                    <a:pt x="12116" y="8038"/>
                  </a:cubicBezTo>
                  <a:lnTo>
                    <a:pt x="11142" y="7537"/>
                  </a:lnTo>
                  <a:cubicBezTo>
                    <a:pt x="11050" y="7491"/>
                    <a:pt x="10994" y="7380"/>
                    <a:pt x="11012" y="7268"/>
                  </a:cubicBezTo>
                  <a:cubicBezTo>
                    <a:pt x="11105" y="6869"/>
                    <a:pt x="11142" y="6461"/>
                    <a:pt x="11124" y="6044"/>
                  </a:cubicBezTo>
                  <a:cubicBezTo>
                    <a:pt x="11114" y="5932"/>
                    <a:pt x="11189" y="5830"/>
                    <a:pt x="11300" y="5803"/>
                  </a:cubicBezTo>
                  <a:lnTo>
                    <a:pt x="12339" y="5469"/>
                  </a:lnTo>
                  <a:cubicBezTo>
                    <a:pt x="12469" y="5431"/>
                    <a:pt x="12543" y="5292"/>
                    <a:pt x="12497" y="5153"/>
                  </a:cubicBezTo>
                  <a:lnTo>
                    <a:pt x="11996" y="3548"/>
                  </a:lnTo>
                  <a:cubicBezTo>
                    <a:pt x="11957" y="3441"/>
                    <a:pt x="11856" y="3372"/>
                    <a:pt x="11749" y="3372"/>
                  </a:cubicBezTo>
                  <a:cubicBezTo>
                    <a:pt x="11726" y="3372"/>
                    <a:pt x="11703" y="3375"/>
                    <a:pt x="11680" y="3381"/>
                  </a:cubicBezTo>
                  <a:lnTo>
                    <a:pt x="10641" y="3715"/>
                  </a:lnTo>
                  <a:cubicBezTo>
                    <a:pt x="10617" y="3721"/>
                    <a:pt x="10593" y="3724"/>
                    <a:pt x="10569" y="3724"/>
                  </a:cubicBezTo>
                  <a:cubicBezTo>
                    <a:pt x="10484" y="3724"/>
                    <a:pt x="10405" y="3686"/>
                    <a:pt x="10354" y="3613"/>
                  </a:cubicBezTo>
                  <a:cubicBezTo>
                    <a:pt x="10131" y="3261"/>
                    <a:pt x="9862" y="2945"/>
                    <a:pt x="9565" y="2676"/>
                  </a:cubicBezTo>
                  <a:cubicBezTo>
                    <a:pt x="9482" y="2593"/>
                    <a:pt x="9463" y="2472"/>
                    <a:pt x="9519" y="2379"/>
                  </a:cubicBezTo>
                  <a:lnTo>
                    <a:pt x="10020" y="1405"/>
                  </a:lnTo>
                  <a:cubicBezTo>
                    <a:pt x="10085" y="1285"/>
                    <a:pt x="10029" y="1136"/>
                    <a:pt x="9908" y="1071"/>
                  </a:cubicBezTo>
                  <a:lnTo>
                    <a:pt x="8415" y="292"/>
                  </a:lnTo>
                  <a:cubicBezTo>
                    <a:pt x="8376" y="273"/>
                    <a:pt x="8334" y="263"/>
                    <a:pt x="8295" y="263"/>
                  </a:cubicBezTo>
                  <a:cubicBezTo>
                    <a:pt x="8203" y="263"/>
                    <a:pt x="8117" y="313"/>
                    <a:pt x="8072" y="404"/>
                  </a:cubicBezTo>
                  <a:lnTo>
                    <a:pt x="7571" y="1368"/>
                  </a:lnTo>
                  <a:cubicBezTo>
                    <a:pt x="7530" y="1449"/>
                    <a:pt x="7441" y="1502"/>
                    <a:pt x="7345" y="1502"/>
                  </a:cubicBezTo>
                  <a:cubicBezTo>
                    <a:pt x="7330" y="1502"/>
                    <a:pt x="7316" y="1501"/>
                    <a:pt x="7302" y="1498"/>
                  </a:cubicBezTo>
                  <a:cubicBezTo>
                    <a:pt x="6951" y="1416"/>
                    <a:pt x="6592" y="1385"/>
                    <a:pt x="6227" y="1385"/>
                  </a:cubicBezTo>
                  <a:cubicBezTo>
                    <a:pt x="6177" y="1385"/>
                    <a:pt x="6127" y="1386"/>
                    <a:pt x="6077" y="1387"/>
                  </a:cubicBezTo>
                  <a:cubicBezTo>
                    <a:pt x="6071" y="1387"/>
                    <a:pt x="6065" y="1388"/>
                    <a:pt x="6058" y="1388"/>
                  </a:cubicBezTo>
                  <a:cubicBezTo>
                    <a:pt x="5955" y="1388"/>
                    <a:pt x="5862" y="1316"/>
                    <a:pt x="5836" y="1211"/>
                  </a:cubicBezTo>
                  <a:lnTo>
                    <a:pt x="5502" y="172"/>
                  </a:lnTo>
                  <a:cubicBezTo>
                    <a:pt x="5473" y="68"/>
                    <a:pt x="5378" y="0"/>
                    <a:pt x="5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1941325" y="2531675"/>
              <a:ext cx="316800" cy="314825"/>
            </a:xfrm>
            <a:custGeom>
              <a:avLst/>
              <a:gdLst/>
              <a:ahLst/>
              <a:cxnLst/>
              <a:rect l="l" t="t" r="r" b="b"/>
              <a:pathLst>
                <a:path w="12672" h="12593" extrusionOk="0">
                  <a:moveTo>
                    <a:pt x="6345" y="3455"/>
                  </a:moveTo>
                  <a:cubicBezTo>
                    <a:pt x="6902" y="3455"/>
                    <a:pt x="7440" y="3613"/>
                    <a:pt x="7904" y="3928"/>
                  </a:cubicBezTo>
                  <a:cubicBezTo>
                    <a:pt x="8600" y="4383"/>
                    <a:pt x="9054" y="5115"/>
                    <a:pt x="9156" y="5941"/>
                  </a:cubicBezTo>
                  <a:cubicBezTo>
                    <a:pt x="9323" y="7305"/>
                    <a:pt x="8451" y="8613"/>
                    <a:pt x="7134" y="8993"/>
                  </a:cubicBezTo>
                  <a:cubicBezTo>
                    <a:pt x="6875" y="9068"/>
                    <a:pt x="6610" y="9105"/>
                    <a:pt x="6347" y="9105"/>
                  </a:cubicBezTo>
                  <a:cubicBezTo>
                    <a:pt x="5799" y="9105"/>
                    <a:pt x="5257" y="8945"/>
                    <a:pt x="4787" y="8631"/>
                  </a:cubicBezTo>
                  <a:cubicBezTo>
                    <a:pt x="4100" y="8177"/>
                    <a:pt x="3646" y="7444"/>
                    <a:pt x="3544" y="6618"/>
                  </a:cubicBezTo>
                  <a:cubicBezTo>
                    <a:pt x="3377" y="5255"/>
                    <a:pt x="4249" y="3937"/>
                    <a:pt x="5566" y="3566"/>
                  </a:cubicBezTo>
                  <a:cubicBezTo>
                    <a:pt x="5826" y="3492"/>
                    <a:pt x="6086" y="3455"/>
                    <a:pt x="6345" y="3455"/>
                  </a:cubicBezTo>
                  <a:close/>
                  <a:moveTo>
                    <a:pt x="6349" y="3339"/>
                  </a:moveTo>
                  <a:cubicBezTo>
                    <a:pt x="6075" y="3339"/>
                    <a:pt x="5799" y="3377"/>
                    <a:pt x="5529" y="3455"/>
                  </a:cubicBezTo>
                  <a:cubicBezTo>
                    <a:pt x="4156" y="3844"/>
                    <a:pt x="3256" y="5208"/>
                    <a:pt x="3423" y="6627"/>
                  </a:cubicBezTo>
                  <a:cubicBezTo>
                    <a:pt x="3534" y="7490"/>
                    <a:pt x="4008" y="8251"/>
                    <a:pt x="4722" y="8733"/>
                  </a:cubicBezTo>
                  <a:cubicBezTo>
                    <a:pt x="5214" y="9049"/>
                    <a:pt x="5770" y="9216"/>
                    <a:pt x="6345" y="9216"/>
                  </a:cubicBezTo>
                  <a:cubicBezTo>
                    <a:pt x="6624" y="9216"/>
                    <a:pt x="6893" y="9179"/>
                    <a:pt x="7162" y="9104"/>
                  </a:cubicBezTo>
                  <a:cubicBezTo>
                    <a:pt x="8535" y="8715"/>
                    <a:pt x="9444" y="7342"/>
                    <a:pt x="9267" y="5932"/>
                  </a:cubicBezTo>
                  <a:cubicBezTo>
                    <a:pt x="9165" y="5069"/>
                    <a:pt x="8692" y="4299"/>
                    <a:pt x="7969" y="3826"/>
                  </a:cubicBezTo>
                  <a:cubicBezTo>
                    <a:pt x="7485" y="3506"/>
                    <a:pt x="6922" y="3339"/>
                    <a:pt x="6349" y="3339"/>
                  </a:cubicBezTo>
                  <a:close/>
                  <a:moveTo>
                    <a:pt x="5334" y="113"/>
                  </a:moveTo>
                  <a:cubicBezTo>
                    <a:pt x="5415" y="113"/>
                    <a:pt x="5488" y="165"/>
                    <a:pt x="5510" y="245"/>
                  </a:cubicBezTo>
                  <a:lnTo>
                    <a:pt x="5844" y="1284"/>
                  </a:lnTo>
                  <a:cubicBezTo>
                    <a:pt x="5881" y="1423"/>
                    <a:pt x="6011" y="1507"/>
                    <a:pt x="6141" y="1507"/>
                  </a:cubicBezTo>
                  <a:cubicBezTo>
                    <a:pt x="6210" y="1504"/>
                    <a:pt x="6279" y="1502"/>
                    <a:pt x="6348" y="1502"/>
                  </a:cubicBezTo>
                  <a:cubicBezTo>
                    <a:pt x="6687" y="1502"/>
                    <a:pt x="7025" y="1539"/>
                    <a:pt x="7356" y="1609"/>
                  </a:cubicBezTo>
                  <a:cubicBezTo>
                    <a:pt x="7377" y="1613"/>
                    <a:pt x="7397" y="1615"/>
                    <a:pt x="7417" y="1615"/>
                  </a:cubicBezTo>
                  <a:cubicBezTo>
                    <a:pt x="7528" y="1615"/>
                    <a:pt x="7636" y="1553"/>
                    <a:pt x="7690" y="1451"/>
                  </a:cubicBezTo>
                  <a:lnTo>
                    <a:pt x="8191" y="477"/>
                  </a:lnTo>
                  <a:cubicBezTo>
                    <a:pt x="8223" y="414"/>
                    <a:pt x="8289" y="377"/>
                    <a:pt x="8357" y="377"/>
                  </a:cubicBezTo>
                  <a:cubicBezTo>
                    <a:pt x="8389" y="377"/>
                    <a:pt x="8421" y="385"/>
                    <a:pt x="8451" y="403"/>
                  </a:cubicBezTo>
                  <a:lnTo>
                    <a:pt x="9945" y="1173"/>
                  </a:lnTo>
                  <a:cubicBezTo>
                    <a:pt x="10047" y="1228"/>
                    <a:pt x="10084" y="1340"/>
                    <a:pt x="10028" y="1433"/>
                  </a:cubicBezTo>
                  <a:lnTo>
                    <a:pt x="9527" y="2407"/>
                  </a:lnTo>
                  <a:cubicBezTo>
                    <a:pt x="9462" y="2527"/>
                    <a:pt x="9490" y="2676"/>
                    <a:pt x="9592" y="2768"/>
                  </a:cubicBezTo>
                  <a:cubicBezTo>
                    <a:pt x="9889" y="3047"/>
                    <a:pt x="10149" y="3353"/>
                    <a:pt x="10371" y="3696"/>
                  </a:cubicBezTo>
                  <a:cubicBezTo>
                    <a:pt x="10429" y="3790"/>
                    <a:pt x="10525" y="3838"/>
                    <a:pt x="10626" y="3838"/>
                  </a:cubicBezTo>
                  <a:cubicBezTo>
                    <a:pt x="10656" y="3838"/>
                    <a:pt x="10685" y="3834"/>
                    <a:pt x="10715" y="3826"/>
                  </a:cubicBezTo>
                  <a:lnTo>
                    <a:pt x="11763" y="3492"/>
                  </a:lnTo>
                  <a:cubicBezTo>
                    <a:pt x="11780" y="3489"/>
                    <a:pt x="11797" y="3486"/>
                    <a:pt x="11814" y="3486"/>
                  </a:cubicBezTo>
                  <a:cubicBezTo>
                    <a:pt x="11843" y="3486"/>
                    <a:pt x="11873" y="3493"/>
                    <a:pt x="11902" y="3511"/>
                  </a:cubicBezTo>
                  <a:cubicBezTo>
                    <a:pt x="11948" y="3529"/>
                    <a:pt x="11986" y="3575"/>
                    <a:pt x="12004" y="3622"/>
                  </a:cubicBezTo>
                  <a:lnTo>
                    <a:pt x="12505" y="5227"/>
                  </a:lnTo>
                  <a:cubicBezTo>
                    <a:pt x="12542" y="5329"/>
                    <a:pt x="12486" y="5440"/>
                    <a:pt x="12384" y="5468"/>
                  </a:cubicBezTo>
                  <a:lnTo>
                    <a:pt x="11345" y="5793"/>
                  </a:lnTo>
                  <a:cubicBezTo>
                    <a:pt x="11206" y="5839"/>
                    <a:pt x="11123" y="5960"/>
                    <a:pt x="11123" y="6099"/>
                  </a:cubicBezTo>
                  <a:cubicBezTo>
                    <a:pt x="11141" y="6507"/>
                    <a:pt x="11104" y="6915"/>
                    <a:pt x="11021" y="7305"/>
                  </a:cubicBezTo>
                  <a:cubicBezTo>
                    <a:pt x="10993" y="7444"/>
                    <a:pt x="11058" y="7583"/>
                    <a:pt x="11178" y="7648"/>
                  </a:cubicBezTo>
                  <a:lnTo>
                    <a:pt x="12153" y="8149"/>
                  </a:lnTo>
                  <a:cubicBezTo>
                    <a:pt x="12245" y="8195"/>
                    <a:pt x="12282" y="8316"/>
                    <a:pt x="12236" y="8409"/>
                  </a:cubicBezTo>
                  <a:lnTo>
                    <a:pt x="11457" y="9902"/>
                  </a:lnTo>
                  <a:cubicBezTo>
                    <a:pt x="11429" y="9949"/>
                    <a:pt x="11392" y="9986"/>
                    <a:pt x="11345" y="10004"/>
                  </a:cubicBezTo>
                  <a:cubicBezTo>
                    <a:pt x="11325" y="10008"/>
                    <a:pt x="11306" y="10010"/>
                    <a:pt x="11288" y="10010"/>
                  </a:cubicBezTo>
                  <a:cubicBezTo>
                    <a:pt x="11256" y="10010"/>
                    <a:pt x="11226" y="10003"/>
                    <a:pt x="11197" y="9986"/>
                  </a:cubicBezTo>
                  <a:lnTo>
                    <a:pt x="10232" y="9485"/>
                  </a:lnTo>
                  <a:cubicBezTo>
                    <a:pt x="10185" y="9461"/>
                    <a:pt x="10135" y="9450"/>
                    <a:pt x="10087" y="9450"/>
                  </a:cubicBezTo>
                  <a:cubicBezTo>
                    <a:pt x="10002" y="9450"/>
                    <a:pt x="9920" y="9485"/>
                    <a:pt x="9861" y="9550"/>
                  </a:cubicBezTo>
                  <a:cubicBezTo>
                    <a:pt x="9583" y="9846"/>
                    <a:pt x="9277" y="10106"/>
                    <a:pt x="8933" y="10329"/>
                  </a:cubicBezTo>
                  <a:cubicBezTo>
                    <a:pt x="8822" y="10403"/>
                    <a:pt x="8767" y="10542"/>
                    <a:pt x="8813" y="10681"/>
                  </a:cubicBezTo>
                  <a:lnTo>
                    <a:pt x="9138" y="11720"/>
                  </a:lnTo>
                  <a:cubicBezTo>
                    <a:pt x="9165" y="11813"/>
                    <a:pt x="9110" y="11924"/>
                    <a:pt x="9008" y="11952"/>
                  </a:cubicBezTo>
                  <a:lnTo>
                    <a:pt x="7403" y="12462"/>
                  </a:lnTo>
                  <a:cubicBezTo>
                    <a:pt x="7381" y="12470"/>
                    <a:pt x="7359" y="12474"/>
                    <a:pt x="7338" y="12474"/>
                  </a:cubicBezTo>
                  <a:cubicBezTo>
                    <a:pt x="7258" y="12474"/>
                    <a:pt x="7184" y="12422"/>
                    <a:pt x="7162" y="12342"/>
                  </a:cubicBezTo>
                  <a:lnTo>
                    <a:pt x="6837" y="11303"/>
                  </a:lnTo>
                  <a:cubicBezTo>
                    <a:pt x="6791" y="11173"/>
                    <a:pt x="6670" y="11090"/>
                    <a:pt x="6540" y="11090"/>
                  </a:cubicBezTo>
                  <a:lnTo>
                    <a:pt x="6531" y="11090"/>
                  </a:lnTo>
                  <a:cubicBezTo>
                    <a:pt x="6463" y="11093"/>
                    <a:pt x="6395" y="11094"/>
                    <a:pt x="6327" y="11094"/>
                  </a:cubicBezTo>
                  <a:cubicBezTo>
                    <a:pt x="5987" y="11094"/>
                    <a:pt x="5650" y="11056"/>
                    <a:pt x="5325" y="10978"/>
                  </a:cubicBezTo>
                  <a:cubicBezTo>
                    <a:pt x="5304" y="10974"/>
                    <a:pt x="5282" y="10972"/>
                    <a:pt x="5261" y="10972"/>
                  </a:cubicBezTo>
                  <a:cubicBezTo>
                    <a:pt x="5145" y="10972"/>
                    <a:pt x="5038" y="11035"/>
                    <a:pt x="4991" y="11145"/>
                  </a:cubicBezTo>
                  <a:lnTo>
                    <a:pt x="4481" y="12110"/>
                  </a:lnTo>
                  <a:cubicBezTo>
                    <a:pt x="4462" y="12156"/>
                    <a:pt x="4425" y="12193"/>
                    <a:pt x="4369" y="12203"/>
                  </a:cubicBezTo>
                  <a:cubicBezTo>
                    <a:pt x="4352" y="12210"/>
                    <a:pt x="4333" y="12213"/>
                    <a:pt x="4314" y="12213"/>
                  </a:cubicBezTo>
                  <a:cubicBezTo>
                    <a:pt x="4283" y="12213"/>
                    <a:pt x="4253" y="12205"/>
                    <a:pt x="4230" y="12193"/>
                  </a:cubicBezTo>
                  <a:lnTo>
                    <a:pt x="2727" y="11414"/>
                  </a:lnTo>
                  <a:cubicBezTo>
                    <a:pt x="2681" y="11386"/>
                    <a:pt x="2644" y="11349"/>
                    <a:pt x="2635" y="11303"/>
                  </a:cubicBezTo>
                  <a:cubicBezTo>
                    <a:pt x="2616" y="11247"/>
                    <a:pt x="2625" y="11201"/>
                    <a:pt x="2644" y="11154"/>
                  </a:cubicBezTo>
                  <a:lnTo>
                    <a:pt x="3145" y="10190"/>
                  </a:lnTo>
                  <a:cubicBezTo>
                    <a:pt x="3210" y="10060"/>
                    <a:pt x="3191" y="9911"/>
                    <a:pt x="3089" y="9819"/>
                  </a:cubicBezTo>
                  <a:cubicBezTo>
                    <a:pt x="2783" y="9550"/>
                    <a:pt x="2523" y="9234"/>
                    <a:pt x="2310" y="8891"/>
                  </a:cubicBezTo>
                  <a:cubicBezTo>
                    <a:pt x="2254" y="8806"/>
                    <a:pt x="2154" y="8754"/>
                    <a:pt x="2053" y="8754"/>
                  </a:cubicBezTo>
                  <a:cubicBezTo>
                    <a:pt x="2021" y="8754"/>
                    <a:pt x="1989" y="8759"/>
                    <a:pt x="1957" y="8770"/>
                  </a:cubicBezTo>
                  <a:lnTo>
                    <a:pt x="918" y="9095"/>
                  </a:lnTo>
                  <a:cubicBezTo>
                    <a:pt x="898" y="9102"/>
                    <a:pt x="878" y="9106"/>
                    <a:pt x="858" y="9106"/>
                  </a:cubicBezTo>
                  <a:cubicBezTo>
                    <a:pt x="776" y="9106"/>
                    <a:pt x="700" y="9049"/>
                    <a:pt x="677" y="8974"/>
                  </a:cubicBezTo>
                  <a:lnTo>
                    <a:pt x="167" y="7360"/>
                  </a:lnTo>
                  <a:cubicBezTo>
                    <a:pt x="130" y="7258"/>
                    <a:pt x="195" y="7156"/>
                    <a:pt x="288" y="7119"/>
                  </a:cubicBezTo>
                  <a:lnTo>
                    <a:pt x="1327" y="6794"/>
                  </a:lnTo>
                  <a:cubicBezTo>
                    <a:pt x="1466" y="6748"/>
                    <a:pt x="1549" y="6627"/>
                    <a:pt x="1549" y="6488"/>
                  </a:cubicBezTo>
                  <a:cubicBezTo>
                    <a:pt x="1531" y="6080"/>
                    <a:pt x="1568" y="5672"/>
                    <a:pt x="1651" y="5282"/>
                  </a:cubicBezTo>
                  <a:cubicBezTo>
                    <a:pt x="1679" y="5143"/>
                    <a:pt x="1614" y="5004"/>
                    <a:pt x="1494" y="4948"/>
                  </a:cubicBezTo>
                  <a:lnTo>
                    <a:pt x="520" y="4438"/>
                  </a:lnTo>
                  <a:cubicBezTo>
                    <a:pt x="473" y="4420"/>
                    <a:pt x="445" y="4383"/>
                    <a:pt x="427" y="4327"/>
                  </a:cubicBezTo>
                  <a:cubicBezTo>
                    <a:pt x="417" y="4280"/>
                    <a:pt x="417" y="4225"/>
                    <a:pt x="445" y="4178"/>
                  </a:cubicBezTo>
                  <a:lnTo>
                    <a:pt x="1215" y="2685"/>
                  </a:lnTo>
                  <a:cubicBezTo>
                    <a:pt x="1243" y="2639"/>
                    <a:pt x="1280" y="2601"/>
                    <a:pt x="1336" y="2592"/>
                  </a:cubicBezTo>
                  <a:cubicBezTo>
                    <a:pt x="1354" y="2585"/>
                    <a:pt x="1371" y="2582"/>
                    <a:pt x="1389" y="2582"/>
                  </a:cubicBezTo>
                  <a:cubicBezTo>
                    <a:pt x="1418" y="2582"/>
                    <a:pt x="1446" y="2590"/>
                    <a:pt x="1475" y="2601"/>
                  </a:cubicBezTo>
                  <a:lnTo>
                    <a:pt x="2449" y="3102"/>
                  </a:lnTo>
                  <a:cubicBezTo>
                    <a:pt x="2494" y="3126"/>
                    <a:pt x="2542" y="3138"/>
                    <a:pt x="2590" y="3138"/>
                  </a:cubicBezTo>
                  <a:cubicBezTo>
                    <a:pt x="2672" y="3138"/>
                    <a:pt x="2752" y="3105"/>
                    <a:pt x="2811" y="3047"/>
                  </a:cubicBezTo>
                  <a:cubicBezTo>
                    <a:pt x="3089" y="2741"/>
                    <a:pt x="3395" y="2481"/>
                    <a:pt x="3739" y="2258"/>
                  </a:cubicBezTo>
                  <a:cubicBezTo>
                    <a:pt x="3859" y="2184"/>
                    <a:pt x="3906" y="2045"/>
                    <a:pt x="3868" y="1915"/>
                  </a:cubicBezTo>
                  <a:lnTo>
                    <a:pt x="3534" y="876"/>
                  </a:lnTo>
                  <a:cubicBezTo>
                    <a:pt x="3525" y="820"/>
                    <a:pt x="3525" y="774"/>
                    <a:pt x="3553" y="728"/>
                  </a:cubicBezTo>
                  <a:cubicBezTo>
                    <a:pt x="3572" y="681"/>
                    <a:pt x="3609" y="644"/>
                    <a:pt x="3664" y="635"/>
                  </a:cubicBezTo>
                  <a:lnTo>
                    <a:pt x="5269" y="125"/>
                  </a:lnTo>
                  <a:cubicBezTo>
                    <a:pt x="5291" y="117"/>
                    <a:pt x="5313" y="113"/>
                    <a:pt x="5334" y="113"/>
                  </a:cubicBezTo>
                  <a:close/>
                  <a:moveTo>
                    <a:pt x="5330" y="1"/>
                  </a:moveTo>
                  <a:cubicBezTo>
                    <a:pt x="5300" y="1"/>
                    <a:pt x="5270" y="5"/>
                    <a:pt x="5241" y="13"/>
                  </a:cubicBezTo>
                  <a:lnTo>
                    <a:pt x="3627" y="523"/>
                  </a:lnTo>
                  <a:cubicBezTo>
                    <a:pt x="3553" y="551"/>
                    <a:pt x="3488" y="598"/>
                    <a:pt x="3451" y="672"/>
                  </a:cubicBezTo>
                  <a:cubicBezTo>
                    <a:pt x="3405" y="746"/>
                    <a:pt x="3405" y="830"/>
                    <a:pt x="3423" y="913"/>
                  </a:cubicBezTo>
                  <a:lnTo>
                    <a:pt x="3757" y="1952"/>
                  </a:lnTo>
                  <a:cubicBezTo>
                    <a:pt x="3785" y="2036"/>
                    <a:pt x="3748" y="2119"/>
                    <a:pt x="3683" y="2165"/>
                  </a:cubicBezTo>
                  <a:cubicBezTo>
                    <a:pt x="3330" y="2388"/>
                    <a:pt x="3006" y="2657"/>
                    <a:pt x="2727" y="2963"/>
                  </a:cubicBezTo>
                  <a:cubicBezTo>
                    <a:pt x="2693" y="3003"/>
                    <a:pt x="2645" y="3022"/>
                    <a:pt x="2596" y="3022"/>
                  </a:cubicBezTo>
                  <a:cubicBezTo>
                    <a:pt x="2565" y="3022"/>
                    <a:pt x="2533" y="3015"/>
                    <a:pt x="2505" y="3000"/>
                  </a:cubicBezTo>
                  <a:lnTo>
                    <a:pt x="1531" y="2499"/>
                  </a:lnTo>
                  <a:cubicBezTo>
                    <a:pt x="1486" y="2477"/>
                    <a:pt x="1437" y="2465"/>
                    <a:pt x="1390" y="2465"/>
                  </a:cubicBezTo>
                  <a:cubicBezTo>
                    <a:pt x="1359" y="2465"/>
                    <a:pt x="1328" y="2470"/>
                    <a:pt x="1299" y="2481"/>
                  </a:cubicBezTo>
                  <a:cubicBezTo>
                    <a:pt x="1225" y="2499"/>
                    <a:pt x="1160" y="2555"/>
                    <a:pt x="1123" y="2629"/>
                  </a:cubicBezTo>
                  <a:lnTo>
                    <a:pt x="343" y="4132"/>
                  </a:lnTo>
                  <a:cubicBezTo>
                    <a:pt x="306" y="4206"/>
                    <a:pt x="297" y="4290"/>
                    <a:pt x="315" y="4364"/>
                  </a:cubicBezTo>
                  <a:cubicBezTo>
                    <a:pt x="343" y="4447"/>
                    <a:pt x="399" y="4503"/>
                    <a:pt x="473" y="4550"/>
                  </a:cubicBezTo>
                  <a:lnTo>
                    <a:pt x="1438" y="5050"/>
                  </a:lnTo>
                  <a:cubicBezTo>
                    <a:pt x="1512" y="5088"/>
                    <a:pt x="1559" y="5171"/>
                    <a:pt x="1540" y="5255"/>
                  </a:cubicBezTo>
                  <a:cubicBezTo>
                    <a:pt x="1447" y="5663"/>
                    <a:pt x="1410" y="6080"/>
                    <a:pt x="1429" y="6498"/>
                  </a:cubicBezTo>
                  <a:cubicBezTo>
                    <a:pt x="1438" y="6581"/>
                    <a:pt x="1382" y="6655"/>
                    <a:pt x="1299" y="6683"/>
                  </a:cubicBezTo>
                  <a:lnTo>
                    <a:pt x="260" y="7008"/>
                  </a:lnTo>
                  <a:cubicBezTo>
                    <a:pt x="93" y="7063"/>
                    <a:pt x="0" y="7230"/>
                    <a:pt x="56" y="7397"/>
                  </a:cubicBezTo>
                  <a:lnTo>
                    <a:pt x="566" y="9002"/>
                  </a:lnTo>
                  <a:cubicBezTo>
                    <a:pt x="604" y="9138"/>
                    <a:pt x="728" y="9219"/>
                    <a:pt x="863" y="9219"/>
                  </a:cubicBezTo>
                  <a:cubicBezTo>
                    <a:pt x="894" y="9219"/>
                    <a:pt x="925" y="9215"/>
                    <a:pt x="956" y="9206"/>
                  </a:cubicBezTo>
                  <a:lnTo>
                    <a:pt x="1995" y="8882"/>
                  </a:lnTo>
                  <a:cubicBezTo>
                    <a:pt x="2016" y="8875"/>
                    <a:pt x="2037" y="8871"/>
                    <a:pt x="2058" y="8871"/>
                  </a:cubicBezTo>
                  <a:cubicBezTo>
                    <a:pt x="2118" y="8871"/>
                    <a:pt x="2173" y="8901"/>
                    <a:pt x="2208" y="8956"/>
                  </a:cubicBezTo>
                  <a:cubicBezTo>
                    <a:pt x="2431" y="9299"/>
                    <a:pt x="2700" y="9624"/>
                    <a:pt x="3006" y="9902"/>
                  </a:cubicBezTo>
                  <a:cubicBezTo>
                    <a:pt x="3071" y="9958"/>
                    <a:pt x="3080" y="10051"/>
                    <a:pt x="3043" y="10134"/>
                  </a:cubicBezTo>
                  <a:lnTo>
                    <a:pt x="2542" y="11099"/>
                  </a:lnTo>
                  <a:cubicBezTo>
                    <a:pt x="2505" y="11173"/>
                    <a:pt x="2495" y="11257"/>
                    <a:pt x="2523" y="11331"/>
                  </a:cubicBezTo>
                  <a:cubicBezTo>
                    <a:pt x="2542" y="11414"/>
                    <a:pt x="2598" y="11479"/>
                    <a:pt x="2672" y="11516"/>
                  </a:cubicBezTo>
                  <a:lnTo>
                    <a:pt x="4175" y="12296"/>
                  </a:lnTo>
                  <a:cubicBezTo>
                    <a:pt x="4218" y="12317"/>
                    <a:pt x="4265" y="12326"/>
                    <a:pt x="4311" y="12326"/>
                  </a:cubicBezTo>
                  <a:cubicBezTo>
                    <a:pt x="4343" y="12326"/>
                    <a:pt x="4376" y="12322"/>
                    <a:pt x="4406" y="12314"/>
                  </a:cubicBezTo>
                  <a:cubicBezTo>
                    <a:pt x="4490" y="12286"/>
                    <a:pt x="4546" y="12231"/>
                    <a:pt x="4592" y="12156"/>
                  </a:cubicBezTo>
                  <a:lnTo>
                    <a:pt x="5093" y="11192"/>
                  </a:lnTo>
                  <a:cubicBezTo>
                    <a:pt x="5125" y="11128"/>
                    <a:pt x="5190" y="11085"/>
                    <a:pt x="5260" y="11085"/>
                  </a:cubicBezTo>
                  <a:cubicBezTo>
                    <a:pt x="5272" y="11085"/>
                    <a:pt x="5285" y="11087"/>
                    <a:pt x="5297" y="11090"/>
                  </a:cubicBezTo>
                  <a:cubicBezTo>
                    <a:pt x="5637" y="11167"/>
                    <a:pt x="5984" y="11206"/>
                    <a:pt x="6331" y="11206"/>
                  </a:cubicBezTo>
                  <a:cubicBezTo>
                    <a:pt x="6401" y="11206"/>
                    <a:pt x="6471" y="11204"/>
                    <a:pt x="6540" y="11201"/>
                  </a:cubicBezTo>
                  <a:cubicBezTo>
                    <a:pt x="6624" y="11201"/>
                    <a:pt x="6698" y="11257"/>
                    <a:pt x="6726" y="11340"/>
                  </a:cubicBezTo>
                  <a:lnTo>
                    <a:pt x="7050" y="12379"/>
                  </a:lnTo>
                  <a:cubicBezTo>
                    <a:pt x="7097" y="12509"/>
                    <a:pt x="7217" y="12592"/>
                    <a:pt x="7347" y="12592"/>
                  </a:cubicBezTo>
                  <a:cubicBezTo>
                    <a:pt x="7375" y="12592"/>
                    <a:pt x="7403" y="12583"/>
                    <a:pt x="7440" y="12583"/>
                  </a:cubicBezTo>
                  <a:lnTo>
                    <a:pt x="9045" y="12073"/>
                  </a:lnTo>
                  <a:cubicBezTo>
                    <a:pt x="9212" y="12017"/>
                    <a:pt x="9295" y="11850"/>
                    <a:pt x="9249" y="11683"/>
                  </a:cubicBezTo>
                  <a:lnTo>
                    <a:pt x="8924" y="10644"/>
                  </a:lnTo>
                  <a:cubicBezTo>
                    <a:pt x="8896" y="10561"/>
                    <a:pt x="8924" y="10477"/>
                    <a:pt x="8998" y="10431"/>
                  </a:cubicBezTo>
                  <a:cubicBezTo>
                    <a:pt x="9342" y="10208"/>
                    <a:pt x="9666" y="9939"/>
                    <a:pt x="9945" y="9633"/>
                  </a:cubicBezTo>
                  <a:cubicBezTo>
                    <a:pt x="9979" y="9593"/>
                    <a:pt x="10032" y="9570"/>
                    <a:pt x="10085" y="9570"/>
                  </a:cubicBezTo>
                  <a:cubicBezTo>
                    <a:pt x="10117" y="9570"/>
                    <a:pt x="10149" y="9578"/>
                    <a:pt x="10177" y="9596"/>
                  </a:cubicBezTo>
                  <a:lnTo>
                    <a:pt x="11141" y="10097"/>
                  </a:lnTo>
                  <a:cubicBezTo>
                    <a:pt x="11186" y="10119"/>
                    <a:pt x="11235" y="10132"/>
                    <a:pt x="11282" y="10132"/>
                  </a:cubicBezTo>
                  <a:cubicBezTo>
                    <a:pt x="11313" y="10132"/>
                    <a:pt x="11344" y="10126"/>
                    <a:pt x="11373" y="10115"/>
                  </a:cubicBezTo>
                  <a:cubicBezTo>
                    <a:pt x="11457" y="10088"/>
                    <a:pt x="11522" y="10032"/>
                    <a:pt x="11559" y="9967"/>
                  </a:cubicBezTo>
                  <a:lnTo>
                    <a:pt x="12338" y="8464"/>
                  </a:lnTo>
                  <a:cubicBezTo>
                    <a:pt x="12412" y="8316"/>
                    <a:pt x="12357" y="8130"/>
                    <a:pt x="12208" y="8047"/>
                  </a:cubicBezTo>
                  <a:lnTo>
                    <a:pt x="11234" y="7546"/>
                  </a:lnTo>
                  <a:cubicBezTo>
                    <a:pt x="11160" y="7509"/>
                    <a:pt x="11123" y="7416"/>
                    <a:pt x="11141" y="7342"/>
                  </a:cubicBezTo>
                  <a:cubicBezTo>
                    <a:pt x="11225" y="6934"/>
                    <a:pt x="11262" y="6516"/>
                    <a:pt x="11243" y="6099"/>
                  </a:cubicBezTo>
                  <a:cubicBezTo>
                    <a:pt x="11243" y="6015"/>
                    <a:pt x="11299" y="5941"/>
                    <a:pt x="11383" y="5913"/>
                  </a:cubicBezTo>
                  <a:lnTo>
                    <a:pt x="12422" y="5588"/>
                  </a:lnTo>
                  <a:cubicBezTo>
                    <a:pt x="12579" y="5533"/>
                    <a:pt x="12672" y="5357"/>
                    <a:pt x="12616" y="5199"/>
                  </a:cubicBezTo>
                  <a:lnTo>
                    <a:pt x="12115" y="3585"/>
                  </a:lnTo>
                  <a:cubicBezTo>
                    <a:pt x="12088" y="3511"/>
                    <a:pt x="12032" y="3446"/>
                    <a:pt x="11958" y="3408"/>
                  </a:cubicBezTo>
                  <a:cubicBezTo>
                    <a:pt x="11913" y="3386"/>
                    <a:pt x="11864" y="3374"/>
                    <a:pt x="11817" y="3374"/>
                  </a:cubicBezTo>
                  <a:cubicBezTo>
                    <a:pt x="11786" y="3374"/>
                    <a:pt x="11755" y="3379"/>
                    <a:pt x="11726" y="3390"/>
                  </a:cubicBezTo>
                  <a:lnTo>
                    <a:pt x="10687" y="3715"/>
                  </a:lnTo>
                  <a:cubicBezTo>
                    <a:pt x="10668" y="3721"/>
                    <a:pt x="10648" y="3724"/>
                    <a:pt x="10629" y="3724"/>
                  </a:cubicBezTo>
                  <a:cubicBezTo>
                    <a:pt x="10563" y="3724"/>
                    <a:pt x="10500" y="3690"/>
                    <a:pt x="10464" y="3640"/>
                  </a:cubicBezTo>
                  <a:cubicBezTo>
                    <a:pt x="10242" y="3288"/>
                    <a:pt x="9972" y="2972"/>
                    <a:pt x="9666" y="2685"/>
                  </a:cubicBezTo>
                  <a:cubicBezTo>
                    <a:pt x="9611" y="2629"/>
                    <a:pt x="9592" y="2536"/>
                    <a:pt x="9629" y="2462"/>
                  </a:cubicBezTo>
                  <a:lnTo>
                    <a:pt x="10130" y="1488"/>
                  </a:lnTo>
                  <a:cubicBezTo>
                    <a:pt x="10214" y="1340"/>
                    <a:pt x="10158" y="1154"/>
                    <a:pt x="10000" y="1080"/>
                  </a:cubicBezTo>
                  <a:lnTo>
                    <a:pt x="8507" y="301"/>
                  </a:lnTo>
                  <a:cubicBezTo>
                    <a:pt x="8459" y="276"/>
                    <a:pt x="8409" y="264"/>
                    <a:pt x="8361" y="264"/>
                  </a:cubicBezTo>
                  <a:cubicBezTo>
                    <a:pt x="8247" y="264"/>
                    <a:pt x="8141" y="327"/>
                    <a:pt x="8089" y="431"/>
                  </a:cubicBezTo>
                  <a:lnTo>
                    <a:pt x="7588" y="1395"/>
                  </a:lnTo>
                  <a:cubicBezTo>
                    <a:pt x="7549" y="1459"/>
                    <a:pt x="7483" y="1502"/>
                    <a:pt x="7412" y="1502"/>
                  </a:cubicBezTo>
                  <a:cubicBezTo>
                    <a:pt x="7400" y="1502"/>
                    <a:pt x="7387" y="1500"/>
                    <a:pt x="7375" y="1497"/>
                  </a:cubicBezTo>
                  <a:cubicBezTo>
                    <a:pt x="7043" y="1420"/>
                    <a:pt x="6697" y="1382"/>
                    <a:pt x="6350" y="1382"/>
                  </a:cubicBezTo>
                  <a:cubicBezTo>
                    <a:pt x="6280" y="1382"/>
                    <a:pt x="6211" y="1383"/>
                    <a:pt x="6141" y="1386"/>
                  </a:cubicBezTo>
                  <a:cubicBezTo>
                    <a:pt x="6058" y="1386"/>
                    <a:pt x="5974" y="1340"/>
                    <a:pt x="5956" y="1256"/>
                  </a:cubicBezTo>
                  <a:lnTo>
                    <a:pt x="5622" y="217"/>
                  </a:lnTo>
                  <a:cubicBezTo>
                    <a:pt x="5584" y="81"/>
                    <a:pt x="5460" y="1"/>
                    <a:pt x="5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2050775" y="2414100"/>
              <a:ext cx="126425" cy="126275"/>
            </a:xfrm>
            <a:custGeom>
              <a:avLst/>
              <a:gdLst/>
              <a:ahLst/>
              <a:cxnLst/>
              <a:rect l="l" t="t" r="r" b="b"/>
              <a:pathLst>
                <a:path w="5057" h="5051" extrusionOk="0">
                  <a:moveTo>
                    <a:pt x="2540" y="1452"/>
                  </a:moveTo>
                  <a:cubicBezTo>
                    <a:pt x="2602" y="1452"/>
                    <a:pt x="2665" y="1458"/>
                    <a:pt x="2728" y="1469"/>
                  </a:cubicBezTo>
                  <a:cubicBezTo>
                    <a:pt x="3034" y="1534"/>
                    <a:pt x="3303" y="1720"/>
                    <a:pt x="3452" y="1989"/>
                  </a:cubicBezTo>
                  <a:cubicBezTo>
                    <a:pt x="3609" y="2258"/>
                    <a:pt x="3637" y="2583"/>
                    <a:pt x="3535" y="2879"/>
                  </a:cubicBezTo>
                  <a:cubicBezTo>
                    <a:pt x="3382" y="3306"/>
                    <a:pt x="2971" y="3586"/>
                    <a:pt x="2537" y="3586"/>
                  </a:cubicBezTo>
                  <a:cubicBezTo>
                    <a:pt x="2471" y="3586"/>
                    <a:pt x="2405" y="3579"/>
                    <a:pt x="2338" y="3566"/>
                  </a:cubicBezTo>
                  <a:cubicBezTo>
                    <a:pt x="2032" y="3510"/>
                    <a:pt x="1763" y="3325"/>
                    <a:pt x="1606" y="3046"/>
                  </a:cubicBezTo>
                  <a:cubicBezTo>
                    <a:pt x="1448" y="2777"/>
                    <a:pt x="1420" y="2453"/>
                    <a:pt x="1531" y="2156"/>
                  </a:cubicBezTo>
                  <a:cubicBezTo>
                    <a:pt x="1678" y="1733"/>
                    <a:pt x="2095" y="1452"/>
                    <a:pt x="2540" y="1452"/>
                  </a:cubicBezTo>
                  <a:close/>
                  <a:moveTo>
                    <a:pt x="2538" y="1339"/>
                  </a:moveTo>
                  <a:cubicBezTo>
                    <a:pt x="2047" y="1339"/>
                    <a:pt x="1591" y="1647"/>
                    <a:pt x="1420" y="2119"/>
                  </a:cubicBezTo>
                  <a:cubicBezTo>
                    <a:pt x="1299" y="2443"/>
                    <a:pt x="1336" y="2805"/>
                    <a:pt x="1503" y="3111"/>
                  </a:cubicBezTo>
                  <a:cubicBezTo>
                    <a:pt x="1680" y="3408"/>
                    <a:pt x="1977" y="3622"/>
                    <a:pt x="2320" y="3687"/>
                  </a:cubicBezTo>
                  <a:cubicBezTo>
                    <a:pt x="2385" y="3696"/>
                    <a:pt x="2459" y="3705"/>
                    <a:pt x="2533" y="3705"/>
                  </a:cubicBezTo>
                  <a:cubicBezTo>
                    <a:pt x="3016" y="3705"/>
                    <a:pt x="3470" y="3390"/>
                    <a:pt x="3646" y="2917"/>
                  </a:cubicBezTo>
                  <a:cubicBezTo>
                    <a:pt x="3758" y="2592"/>
                    <a:pt x="3730" y="2230"/>
                    <a:pt x="3554" y="1933"/>
                  </a:cubicBezTo>
                  <a:cubicBezTo>
                    <a:pt x="3387" y="1636"/>
                    <a:pt x="3090" y="1423"/>
                    <a:pt x="2747" y="1358"/>
                  </a:cubicBezTo>
                  <a:cubicBezTo>
                    <a:pt x="2677" y="1346"/>
                    <a:pt x="2607" y="1339"/>
                    <a:pt x="2538" y="1339"/>
                  </a:cubicBezTo>
                  <a:close/>
                  <a:moveTo>
                    <a:pt x="2580" y="115"/>
                  </a:moveTo>
                  <a:lnTo>
                    <a:pt x="3229" y="226"/>
                  </a:lnTo>
                  <a:cubicBezTo>
                    <a:pt x="3247" y="226"/>
                    <a:pt x="3266" y="245"/>
                    <a:pt x="3257" y="273"/>
                  </a:cubicBezTo>
                  <a:lnTo>
                    <a:pt x="3192" y="690"/>
                  </a:lnTo>
                  <a:cubicBezTo>
                    <a:pt x="3183" y="755"/>
                    <a:pt x="3220" y="829"/>
                    <a:pt x="3275" y="857"/>
                  </a:cubicBezTo>
                  <a:cubicBezTo>
                    <a:pt x="3424" y="922"/>
                    <a:pt x="3554" y="996"/>
                    <a:pt x="3674" y="1098"/>
                  </a:cubicBezTo>
                  <a:cubicBezTo>
                    <a:pt x="3702" y="1122"/>
                    <a:pt x="3735" y="1133"/>
                    <a:pt x="3767" y="1133"/>
                  </a:cubicBezTo>
                  <a:cubicBezTo>
                    <a:pt x="3799" y="1133"/>
                    <a:pt x="3832" y="1122"/>
                    <a:pt x="3860" y="1098"/>
                  </a:cubicBezTo>
                  <a:lnTo>
                    <a:pt x="4212" y="848"/>
                  </a:lnTo>
                  <a:lnTo>
                    <a:pt x="4240" y="848"/>
                  </a:lnTo>
                  <a:cubicBezTo>
                    <a:pt x="4249" y="848"/>
                    <a:pt x="4259" y="857"/>
                    <a:pt x="4259" y="857"/>
                  </a:cubicBezTo>
                  <a:lnTo>
                    <a:pt x="4648" y="1395"/>
                  </a:lnTo>
                  <a:cubicBezTo>
                    <a:pt x="4658" y="1404"/>
                    <a:pt x="4658" y="1414"/>
                    <a:pt x="4658" y="1423"/>
                  </a:cubicBezTo>
                  <a:cubicBezTo>
                    <a:pt x="4658" y="1432"/>
                    <a:pt x="4648" y="1442"/>
                    <a:pt x="4639" y="1451"/>
                  </a:cubicBezTo>
                  <a:lnTo>
                    <a:pt x="4296" y="1701"/>
                  </a:lnTo>
                  <a:cubicBezTo>
                    <a:pt x="4240" y="1738"/>
                    <a:pt x="4212" y="1813"/>
                    <a:pt x="4240" y="1878"/>
                  </a:cubicBezTo>
                  <a:cubicBezTo>
                    <a:pt x="4296" y="2026"/>
                    <a:pt x="4333" y="2174"/>
                    <a:pt x="4351" y="2332"/>
                  </a:cubicBezTo>
                  <a:cubicBezTo>
                    <a:pt x="4351" y="2397"/>
                    <a:pt x="4407" y="2453"/>
                    <a:pt x="4481" y="2462"/>
                  </a:cubicBezTo>
                  <a:lnTo>
                    <a:pt x="4899" y="2536"/>
                  </a:lnTo>
                  <a:cubicBezTo>
                    <a:pt x="4917" y="2536"/>
                    <a:pt x="4936" y="2555"/>
                    <a:pt x="4927" y="2573"/>
                  </a:cubicBezTo>
                  <a:lnTo>
                    <a:pt x="4825" y="3223"/>
                  </a:lnTo>
                  <a:cubicBezTo>
                    <a:pt x="4825" y="3241"/>
                    <a:pt x="4815" y="3251"/>
                    <a:pt x="4806" y="3251"/>
                  </a:cubicBezTo>
                  <a:cubicBezTo>
                    <a:pt x="4797" y="3260"/>
                    <a:pt x="4787" y="3260"/>
                    <a:pt x="4778" y="3260"/>
                  </a:cubicBezTo>
                  <a:lnTo>
                    <a:pt x="4361" y="3195"/>
                  </a:lnTo>
                  <a:cubicBezTo>
                    <a:pt x="4349" y="3192"/>
                    <a:pt x="4338" y="3190"/>
                    <a:pt x="4326" y="3190"/>
                  </a:cubicBezTo>
                  <a:cubicBezTo>
                    <a:pt x="4271" y="3190"/>
                    <a:pt x="4217" y="3225"/>
                    <a:pt x="4194" y="3278"/>
                  </a:cubicBezTo>
                  <a:cubicBezTo>
                    <a:pt x="4129" y="3418"/>
                    <a:pt x="4045" y="3557"/>
                    <a:pt x="3953" y="3677"/>
                  </a:cubicBezTo>
                  <a:cubicBezTo>
                    <a:pt x="3906" y="3733"/>
                    <a:pt x="3906" y="3807"/>
                    <a:pt x="3953" y="3863"/>
                  </a:cubicBezTo>
                  <a:lnTo>
                    <a:pt x="4194" y="4206"/>
                  </a:lnTo>
                  <a:cubicBezTo>
                    <a:pt x="4212" y="4225"/>
                    <a:pt x="4203" y="4252"/>
                    <a:pt x="4184" y="4262"/>
                  </a:cubicBezTo>
                  <a:lnTo>
                    <a:pt x="3656" y="4651"/>
                  </a:lnTo>
                  <a:cubicBezTo>
                    <a:pt x="3648" y="4655"/>
                    <a:pt x="3639" y="4657"/>
                    <a:pt x="3630" y="4657"/>
                  </a:cubicBezTo>
                  <a:cubicBezTo>
                    <a:pt x="3617" y="4657"/>
                    <a:pt x="3605" y="4653"/>
                    <a:pt x="3600" y="4642"/>
                  </a:cubicBezTo>
                  <a:lnTo>
                    <a:pt x="3350" y="4299"/>
                  </a:lnTo>
                  <a:cubicBezTo>
                    <a:pt x="3324" y="4253"/>
                    <a:pt x="3279" y="4231"/>
                    <a:pt x="3233" y="4231"/>
                  </a:cubicBezTo>
                  <a:cubicBezTo>
                    <a:pt x="3213" y="4231"/>
                    <a:pt x="3193" y="4235"/>
                    <a:pt x="3173" y="4243"/>
                  </a:cubicBezTo>
                  <a:cubicBezTo>
                    <a:pt x="3025" y="4299"/>
                    <a:pt x="2876" y="4336"/>
                    <a:pt x="2719" y="4345"/>
                  </a:cubicBezTo>
                  <a:cubicBezTo>
                    <a:pt x="2654" y="4354"/>
                    <a:pt x="2598" y="4410"/>
                    <a:pt x="2580" y="4475"/>
                  </a:cubicBezTo>
                  <a:lnTo>
                    <a:pt x="2515" y="4902"/>
                  </a:lnTo>
                  <a:cubicBezTo>
                    <a:pt x="2515" y="4911"/>
                    <a:pt x="2505" y="4920"/>
                    <a:pt x="2496" y="4920"/>
                  </a:cubicBezTo>
                  <a:cubicBezTo>
                    <a:pt x="2496" y="4930"/>
                    <a:pt x="2478" y="4930"/>
                    <a:pt x="2468" y="4930"/>
                  </a:cubicBezTo>
                  <a:lnTo>
                    <a:pt x="1819" y="4828"/>
                  </a:lnTo>
                  <a:cubicBezTo>
                    <a:pt x="1810" y="4828"/>
                    <a:pt x="1800" y="4818"/>
                    <a:pt x="1800" y="4809"/>
                  </a:cubicBezTo>
                  <a:cubicBezTo>
                    <a:pt x="1791" y="4800"/>
                    <a:pt x="1791" y="4790"/>
                    <a:pt x="1791" y="4781"/>
                  </a:cubicBezTo>
                  <a:lnTo>
                    <a:pt x="1856" y="4364"/>
                  </a:lnTo>
                  <a:cubicBezTo>
                    <a:pt x="1865" y="4290"/>
                    <a:pt x="1828" y="4225"/>
                    <a:pt x="1772" y="4197"/>
                  </a:cubicBezTo>
                  <a:cubicBezTo>
                    <a:pt x="1624" y="4132"/>
                    <a:pt x="1494" y="4048"/>
                    <a:pt x="1374" y="3956"/>
                  </a:cubicBezTo>
                  <a:cubicBezTo>
                    <a:pt x="1346" y="3928"/>
                    <a:pt x="1309" y="3918"/>
                    <a:pt x="1281" y="3918"/>
                  </a:cubicBezTo>
                  <a:cubicBezTo>
                    <a:pt x="1244" y="3918"/>
                    <a:pt x="1216" y="3928"/>
                    <a:pt x="1188" y="3946"/>
                  </a:cubicBezTo>
                  <a:lnTo>
                    <a:pt x="845" y="4197"/>
                  </a:lnTo>
                  <a:cubicBezTo>
                    <a:pt x="836" y="4206"/>
                    <a:pt x="817" y="4206"/>
                    <a:pt x="808" y="4206"/>
                  </a:cubicBezTo>
                  <a:cubicBezTo>
                    <a:pt x="798" y="4206"/>
                    <a:pt x="789" y="4197"/>
                    <a:pt x="789" y="4187"/>
                  </a:cubicBezTo>
                  <a:lnTo>
                    <a:pt x="400" y="3659"/>
                  </a:lnTo>
                  <a:cubicBezTo>
                    <a:pt x="390" y="3649"/>
                    <a:pt x="390" y="3640"/>
                    <a:pt x="390" y="3631"/>
                  </a:cubicBezTo>
                  <a:cubicBezTo>
                    <a:pt x="390" y="3612"/>
                    <a:pt x="400" y="3603"/>
                    <a:pt x="409" y="3603"/>
                  </a:cubicBezTo>
                  <a:lnTo>
                    <a:pt x="752" y="3353"/>
                  </a:lnTo>
                  <a:cubicBezTo>
                    <a:pt x="808" y="3306"/>
                    <a:pt x="836" y="3241"/>
                    <a:pt x="808" y="3176"/>
                  </a:cubicBezTo>
                  <a:cubicBezTo>
                    <a:pt x="752" y="3028"/>
                    <a:pt x="715" y="2879"/>
                    <a:pt x="696" y="2722"/>
                  </a:cubicBezTo>
                  <a:cubicBezTo>
                    <a:pt x="696" y="2657"/>
                    <a:pt x="641" y="2601"/>
                    <a:pt x="567" y="2583"/>
                  </a:cubicBezTo>
                  <a:lnTo>
                    <a:pt x="149" y="2518"/>
                  </a:lnTo>
                  <a:cubicBezTo>
                    <a:pt x="140" y="2518"/>
                    <a:pt x="131" y="2508"/>
                    <a:pt x="121" y="2499"/>
                  </a:cubicBezTo>
                  <a:cubicBezTo>
                    <a:pt x="121" y="2490"/>
                    <a:pt x="121" y="2481"/>
                    <a:pt x="121" y="2471"/>
                  </a:cubicBezTo>
                  <a:lnTo>
                    <a:pt x="223" y="1822"/>
                  </a:lnTo>
                  <a:cubicBezTo>
                    <a:pt x="223" y="1813"/>
                    <a:pt x="233" y="1803"/>
                    <a:pt x="242" y="1794"/>
                  </a:cubicBezTo>
                  <a:lnTo>
                    <a:pt x="270" y="1794"/>
                  </a:lnTo>
                  <a:lnTo>
                    <a:pt x="687" y="1859"/>
                  </a:lnTo>
                  <a:cubicBezTo>
                    <a:pt x="694" y="1860"/>
                    <a:pt x="700" y="1860"/>
                    <a:pt x="707" y="1860"/>
                  </a:cubicBezTo>
                  <a:cubicBezTo>
                    <a:pt x="767" y="1860"/>
                    <a:pt x="829" y="1825"/>
                    <a:pt x="854" y="1766"/>
                  </a:cubicBezTo>
                  <a:cubicBezTo>
                    <a:pt x="919" y="1627"/>
                    <a:pt x="1003" y="1497"/>
                    <a:pt x="1095" y="1377"/>
                  </a:cubicBezTo>
                  <a:cubicBezTo>
                    <a:pt x="1142" y="1321"/>
                    <a:pt x="1142" y="1247"/>
                    <a:pt x="1105" y="1191"/>
                  </a:cubicBezTo>
                  <a:lnTo>
                    <a:pt x="854" y="839"/>
                  </a:lnTo>
                  <a:cubicBezTo>
                    <a:pt x="836" y="820"/>
                    <a:pt x="845" y="801"/>
                    <a:pt x="863" y="783"/>
                  </a:cubicBezTo>
                  <a:lnTo>
                    <a:pt x="1392" y="403"/>
                  </a:lnTo>
                  <a:cubicBezTo>
                    <a:pt x="1399" y="396"/>
                    <a:pt x="1408" y="392"/>
                    <a:pt x="1416" y="392"/>
                  </a:cubicBezTo>
                  <a:cubicBezTo>
                    <a:pt x="1429" y="392"/>
                    <a:pt x="1442" y="400"/>
                    <a:pt x="1448" y="412"/>
                  </a:cubicBezTo>
                  <a:lnTo>
                    <a:pt x="1698" y="755"/>
                  </a:lnTo>
                  <a:cubicBezTo>
                    <a:pt x="1733" y="797"/>
                    <a:pt x="1778" y="818"/>
                    <a:pt x="1826" y="818"/>
                  </a:cubicBezTo>
                  <a:cubicBezTo>
                    <a:pt x="1842" y="818"/>
                    <a:pt x="1858" y="815"/>
                    <a:pt x="1875" y="811"/>
                  </a:cubicBezTo>
                  <a:cubicBezTo>
                    <a:pt x="2023" y="755"/>
                    <a:pt x="2171" y="718"/>
                    <a:pt x="2329" y="699"/>
                  </a:cubicBezTo>
                  <a:cubicBezTo>
                    <a:pt x="2394" y="690"/>
                    <a:pt x="2450" y="644"/>
                    <a:pt x="2468" y="570"/>
                  </a:cubicBezTo>
                  <a:lnTo>
                    <a:pt x="2533" y="152"/>
                  </a:lnTo>
                  <a:cubicBezTo>
                    <a:pt x="2533" y="134"/>
                    <a:pt x="2561" y="115"/>
                    <a:pt x="2580" y="115"/>
                  </a:cubicBezTo>
                  <a:close/>
                  <a:moveTo>
                    <a:pt x="2565" y="0"/>
                  </a:moveTo>
                  <a:cubicBezTo>
                    <a:pt x="2533" y="0"/>
                    <a:pt x="2505" y="11"/>
                    <a:pt x="2478" y="32"/>
                  </a:cubicBezTo>
                  <a:cubicBezTo>
                    <a:pt x="2440" y="50"/>
                    <a:pt x="2422" y="87"/>
                    <a:pt x="2413" y="134"/>
                  </a:cubicBezTo>
                  <a:lnTo>
                    <a:pt x="2348" y="551"/>
                  </a:lnTo>
                  <a:cubicBezTo>
                    <a:pt x="2348" y="570"/>
                    <a:pt x="2329" y="579"/>
                    <a:pt x="2311" y="579"/>
                  </a:cubicBezTo>
                  <a:cubicBezTo>
                    <a:pt x="2153" y="597"/>
                    <a:pt x="1986" y="644"/>
                    <a:pt x="1837" y="699"/>
                  </a:cubicBezTo>
                  <a:cubicBezTo>
                    <a:pt x="1819" y="699"/>
                    <a:pt x="1800" y="699"/>
                    <a:pt x="1791" y="681"/>
                  </a:cubicBezTo>
                  <a:lnTo>
                    <a:pt x="1541" y="338"/>
                  </a:lnTo>
                  <a:cubicBezTo>
                    <a:pt x="1512" y="297"/>
                    <a:pt x="1461" y="275"/>
                    <a:pt x="1412" y="275"/>
                  </a:cubicBezTo>
                  <a:cubicBezTo>
                    <a:pt x="1382" y="275"/>
                    <a:pt x="1352" y="283"/>
                    <a:pt x="1327" y="301"/>
                  </a:cubicBezTo>
                  <a:lnTo>
                    <a:pt x="789" y="690"/>
                  </a:lnTo>
                  <a:cubicBezTo>
                    <a:pt x="724" y="737"/>
                    <a:pt x="706" y="839"/>
                    <a:pt x="752" y="904"/>
                  </a:cubicBezTo>
                  <a:lnTo>
                    <a:pt x="1003" y="1256"/>
                  </a:lnTo>
                  <a:cubicBezTo>
                    <a:pt x="1021" y="1265"/>
                    <a:pt x="1021" y="1284"/>
                    <a:pt x="1003" y="1302"/>
                  </a:cubicBezTo>
                  <a:cubicBezTo>
                    <a:pt x="900" y="1423"/>
                    <a:pt x="817" y="1571"/>
                    <a:pt x="743" y="1720"/>
                  </a:cubicBezTo>
                  <a:cubicBezTo>
                    <a:pt x="743" y="1729"/>
                    <a:pt x="724" y="1738"/>
                    <a:pt x="706" y="1738"/>
                  </a:cubicBezTo>
                  <a:lnTo>
                    <a:pt x="288" y="1673"/>
                  </a:lnTo>
                  <a:cubicBezTo>
                    <a:pt x="277" y="1671"/>
                    <a:pt x="266" y="1670"/>
                    <a:pt x="255" y="1670"/>
                  </a:cubicBezTo>
                  <a:cubicBezTo>
                    <a:pt x="223" y="1670"/>
                    <a:pt x="195" y="1680"/>
                    <a:pt x="168" y="1701"/>
                  </a:cubicBezTo>
                  <a:cubicBezTo>
                    <a:pt x="140" y="1720"/>
                    <a:pt x="112" y="1757"/>
                    <a:pt x="103" y="1803"/>
                  </a:cubicBezTo>
                  <a:lnTo>
                    <a:pt x="1" y="2453"/>
                  </a:lnTo>
                  <a:cubicBezTo>
                    <a:pt x="1" y="2490"/>
                    <a:pt x="10" y="2536"/>
                    <a:pt x="28" y="2564"/>
                  </a:cubicBezTo>
                  <a:cubicBezTo>
                    <a:pt x="56" y="2601"/>
                    <a:pt x="93" y="2620"/>
                    <a:pt x="131" y="2629"/>
                  </a:cubicBezTo>
                  <a:lnTo>
                    <a:pt x="548" y="2694"/>
                  </a:lnTo>
                  <a:cubicBezTo>
                    <a:pt x="567" y="2703"/>
                    <a:pt x="585" y="2712"/>
                    <a:pt x="585" y="2731"/>
                  </a:cubicBezTo>
                  <a:cubicBezTo>
                    <a:pt x="604" y="2898"/>
                    <a:pt x="641" y="3056"/>
                    <a:pt x="696" y="3213"/>
                  </a:cubicBezTo>
                  <a:cubicBezTo>
                    <a:pt x="706" y="3223"/>
                    <a:pt x="696" y="3241"/>
                    <a:pt x="687" y="3251"/>
                  </a:cubicBezTo>
                  <a:lnTo>
                    <a:pt x="344" y="3501"/>
                  </a:lnTo>
                  <a:cubicBezTo>
                    <a:pt x="307" y="3529"/>
                    <a:pt x="288" y="3566"/>
                    <a:pt x="279" y="3603"/>
                  </a:cubicBezTo>
                  <a:cubicBezTo>
                    <a:pt x="270" y="3649"/>
                    <a:pt x="279" y="3687"/>
                    <a:pt x="307" y="3724"/>
                  </a:cubicBezTo>
                  <a:lnTo>
                    <a:pt x="696" y="4252"/>
                  </a:lnTo>
                  <a:cubicBezTo>
                    <a:pt x="715" y="4290"/>
                    <a:pt x="752" y="4308"/>
                    <a:pt x="798" y="4317"/>
                  </a:cubicBezTo>
                  <a:cubicBezTo>
                    <a:pt x="808" y="4320"/>
                    <a:pt x="817" y="4321"/>
                    <a:pt x="826" y="4321"/>
                  </a:cubicBezTo>
                  <a:cubicBezTo>
                    <a:pt x="854" y="4321"/>
                    <a:pt x="882" y="4310"/>
                    <a:pt x="910" y="4290"/>
                  </a:cubicBezTo>
                  <a:lnTo>
                    <a:pt x="1253" y="4039"/>
                  </a:lnTo>
                  <a:cubicBezTo>
                    <a:pt x="1262" y="4034"/>
                    <a:pt x="1272" y="4032"/>
                    <a:pt x="1280" y="4032"/>
                  </a:cubicBezTo>
                  <a:cubicBezTo>
                    <a:pt x="1288" y="4032"/>
                    <a:pt x="1295" y="4034"/>
                    <a:pt x="1299" y="4039"/>
                  </a:cubicBezTo>
                  <a:cubicBezTo>
                    <a:pt x="1429" y="4141"/>
                    <a:pt x="1568" y="4234"/>
                    <a:pt x="1726" y="4299"/>
                  </a:cubicBezTo>
                  <a:cubicBezTo>
                    <a:pt x="1735" y="4308"/>
                    <a:pt x="1745" y="4327"/>
                    <a:pt x="1745" y="4345"/>
                  </a:cubicBezTo>
                  <a:lnTo>
                    <a:pt x="1670" y="4763"/>
                  </a:lnTo>
                  <a:cubicBezTo>
                    <a:pt x="1670" y="4800"/>
                    <a:pt x="1680" y="4846"/>
                    <a:pt x="1698" y="4874"/>
                  </a:cubicBezTo>
                  <a:cubicBezTo>
                    <a:pt x="1726" y="4911"/>
                    <a:pt x="1763" y="4930"/>
                    <a:pt x="1800" y="4939"/>
                  </a:cubicBezTo>
                  <a:lnTo>
                    <a:pt x="2450" y="5041"/>
                  </a:lnTo>
                  <a:cubicBezTo>
                    <a:pt x="2459" y="5041"/>
                    <a:pt x="2468" y="5050"/>
                    <a:pt x="2478" y="5050"/>
                  </a:cubicBezTo>
                  <a:cubicBezTo>
                    <a:pt x="2515" y="5050"/>
                    <a:pt x="2542" y="5041"/>
                    <a:pt x="2570" y="5013"/>
                  </a:cubicBezTo>
                  <a:cubicBezTo>
                    <a:pt x="2598" y="4995"/>
                    <a:pt x="2626" y="4957"/>
                    <a:pt x="2635" y="4911"/>
                  </a:cubicBezTo>
                  <a:lnTo>
                    <a:pt x="2700" y="4494"/>
                  </a:lnTo>
                  <a:cubicBezTo>
                    <a:pt x="2700" y="4475"/>
                    <a:pt x="2719" y="4466"/>
                    <a:pt x="2728" y="4466"/>
                  </a:cubicBezTo>
                  <a:cubicBezTo>
                    <a:pt x="2895" y="4447"/>
                    <a:pt x="3062" y="4401"/>
                    <a:pt x="3210" y="4345"/>
                  </a:cubicBezTo>
                  <a:cubicBezTo>
                    <a:pt x="3229" y="4345"/>
                    <a:pt x="3247" y="4345"/>
                    <a:pt x="3257" y="4364"/>
                  </a:cubicBezTo>
                  <a:lnTo>
                    <a:pt x="3507" y="4707"/>
                  </a:lnTo>
                  <a:cubicBezTo>
                    <a:pt x="3536" y="4747"/>
                    <a:pt x="3587" y="4770"/>
                    <a:pt x="3636" y="4770"/>
                  </a:cubicBezTo>
                  <a:cubicBezTo>
                    <a:pt x="3666" y="4770"/>
                    <a:pt x="3696" y="4762"/>
                    <a:pt x="3721" y="4744"/>
                  </a:cubicBezTo>
                  <a:lnTo>
                    <a:pt x="4259" y="4354"/>
                  </a:lnTo>
                  <a:cubicBezTo>
                    <a:pt x="4324" y="4299"/>
                    <a:pt x="4342" y="4206"/>
                    <a:pt x="4286" y="4132"/>
                  </a:cubicBezTo>
                  <a:lnTo>
                    <a:pt x="4036" y="3789"/>
                  </a:lnTo>
                  <a:cubicBezTo>
                    <a:pt x="4027" y="3779"/>
                    <a:pt x="4027" y="3761"/>
                    <a:pt x="4036" y="3742"/>
                  </a:cubicBezTo>
                  <a:cubicBezTo>
                    <a:pt x="4147" y="3622"/>
                    <a:pt x="4231" y="3473"/>
                    <a:pt x="4296" y="3325"/>
                  </a:cubicBezTo>
                  <a:cubicBezTo>
                    <a:pt x="4303" y="3311"/>
                    <a:pt x="4314" y="3303"/>
                    <a:pt x="4327" y="3303"/>
                  </a:cubicBezTo>
                  <a:cubicBezTo>
                    <a:pt x="4332" y="3303"/>
                    <a:pt x="4337" y="3304"/>
                    <a:pt x="4342" y="3306"/>
                  </a:cubicBezTo>
                  <a:lnTo>
                    <a:pt x="4760" y="3371"/>
                  </a:lnTo>
                  <a:cubicBezTo>
                    <a:pt x="4771" y="3373"/>
                    <a:pt x="4782" y="3375"/>
                    <a:pt x="4793" y="3375"/>
                  </a:cubicBezTo>
                  <a:cubicBezTo>
                    <a:pt x="4825" y="3375"/>
                    <a:pt x="4852" y="3364"/>
                    <a:pt x="4880" y="3343"/>
                  </a:cubicBezTo>
                  <a:cubicBezTo>
                    <a:pt x="4908" y="3315"/>
                    <a:pt x="4936" y="3278"/>
                    <a:pt x="4936" y="3241"/>
                  </a:cubicBezTo>
                  <a:lnTo>
                    <a:pt x="5047" y="2592"/>
                  </a:lnTo>
                  <a:cubicBezTo>
                    <a:pt x="5056" y="2508"/>
                    <a:pt x="5001" y="2425"/>
                    <a:pt x="4917" y="2416"/>
                  </a:cubicBezTo>
                  <a:lnTo>
                    <a:pt x="4491" y="2351"/>
                  </a:lnTo>
                  <a:cubicBezTo>
                    <a:pt x="4481" y="2341"/>
                    <a:pt x="4463" y="2332"/>
                    <a:pt x="4463" y="2314"/>
                  </a:cubicBezTo>
                  <a:cubicBezTo>
                    <a:pt x="4444" y="2147"/>
                    <a:pt x="4407" y="1989"/>
                    <a:pt x="4351" y="1831"/>
                  </a:cubicBezTo>
                  <a:cubicBezTo>
                    <a:pt x="4342" y="1822"/>
                    <a:pt x="4351" y="1803"/>
                    <a:pt x="4361" y="1794"/>
                  </a:cubicBezTo>
                  <a:lnTo>
                    <a:pt x="4704" y="1544"/>
                  </a:lnTo>
                  <a:cubicBezTo>
                    <a:pt x="4741" y="1516"/>
                    <a:pt x="4760" y="1479"/>
                    <a:pt x="4769" y="1442"/>
                  </a:cubicBezTo>
                  <a:cubicBezTo>
                    <a:pt x="4778" y="1395"/>
                    <a:pt x="4769" y="1358"/>
                    <a:pt x="4741" y="1321"/>
                  </a:cubicBezTo>
                  <a:lnTo>
                    <a:pt x="4351" y="792"/>
                  </a:lnTo>
                  <a:cubicBezTo>
                    <a:pt x="4333" y="755"/>
                    <a:pt x="4296" y="737"/>
                    <a:pt x="4249" y="727"/>
                  </a:cubicBezTo>
                  <a:cubicBezTo>
                    <a:pt x="4240" y="725"/>
                    <a:pt x="4230" y="724"/>
                    <a:pt x="4220" y="724"/>
                  </a:cubicBezTo>
                  <a:cubicBezTo>
                    <a:pt x="4190" y="724"/>
                    <a:pt x="4159" y="734"/>
                    <a:pt x="4138" y="755"/>
                  </a:cubicBezTo>
                  <a:lnTo>
                    <a:pt x="3795" y="1006"/>
                  </a:lnTo>
                  <a:cubicBezTo>
                    <a:pt x="3786" y="1010"/>
                    <a:pt x="3776" y="1013"/>
                    <a:pt x="3768" y="1013"/>
                  </a:cubicBezTo>
                  <a:cubicBezTo>
                    <a:pt x="3760" y="1013"/>
                    <a:pt x="3753" y="1010"/>
                    <a:pt x="3748" y="1006"/>
                  </a:cubicBezTo>
                  <a:cubicBezTo>
                    <a:pt x="3619" y="904"/>
                    <a:pt x="3479" y="811"/>
                    <a:pt x="3322" y="746"/>
                  </a:cubicBezTo>
                  <a:cubicBezTo>
                    <a:pt x="3312" y="737"/>
                    <a:pt x="3303" y="718"/>
                    <a:pt x="3303" y="709"/>
                  </a:cubicBezTo>
                  <a:lnTo>
                    <a:pt x="3368" y="282"/>
                  </a:lnTo>
                  <a:cubicBezTo>
                    <a:pt x="3387" y="199"/>
                    <a:pt x="3331" y="124"/>
                    <a:pt x="3247" y="106"/>
                  </a:cubicBezTo>
                  <a:lnTo>
                    <a:pt x="2598" y="4"/>
                  </a:lnTo>
                  <a:cubicBezTo>
                    <a:pt x="2587" y="1"/>
                    <a:pt x="2576" y="0"/>
                    <a:pt x="2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2058200" y="2676025"/>
              <a:ext cx="27400" cy="28550"/>
            </a:xfrm>
            <a:custGeom>
              <a:avLst/>
              <a:gdLst/>
              <a:ahLst/>
              <a:cxnLst/>
              <a:rect l="l" t="t" r="r" b="b"/>
              <a:pathLst>
                <a:path w="1096" h="1142" extrusionOk="0">
                  <a:moveTo>
                    <a:pt x="956" y="0"/>
                  </a:moveTo>
                  <a:cubicBezTo>
                    <a:pt x="937" y="0"/>
                    <a:pt x="910" y="9"/>
                    <a:pt x="891" y="19"/>
                  </a:cubicBezTo>
                  <a:lnTo>
                    <a:pt x="75" y="445"/>
                  </a:lnTo>
                  <a:cubicBezTo>
                    <a:pt x="28" y="473"/>
                    <a:pt x="0" y="520"/>
                    <a:pt x="0" y="566"/>
                  </a:cubicBezTo>
                  <a:cubicBezTo>
                    <a:pt x="0" y="612"/>
                    <a:pt x="38" y="659"/>
                    <a:pt x="75" y="687"/>
                  </a:cubicBezTo>
                  <a:lnTo>
                    <a:pt x="84" y="687"/>
                  </a:lnTo>
                  <a:lnTo>
                    <a:pt x="891" y="1132"/>
                  </a:lnTo>
                  <a:cubicBezTo>
                    <a:pt x="910" y="1141"/>
                    <a:pt x="937" y="1141"/>
                    <a:pt x="956" y="1141"/>
                  </a:cubicBezTo>
                  <a:cubicBezTo>
                    <a:pt x="1030" y="1141"/>
                    <a:pt x="1086" y="1085"/>
                    <a:pt x="1086" y="1011"/>
                  </a:cubicBezTo>
                  <a:cubicBezTo>
                    <a:pt x="1086" y="956"/>
                    <a:pt x="1067" y="909"/>
                    <a:pt x="1021" y="891"/>
                  </a:cubicBezTo>
                  <a:lnTo>
                    <a:pt x="427" y="566"/>
                  </a:lnTo>
                  <a:lnTo>
                    <a:pt x="1021" y="260"/>
                  </a:lnTo>
                  <a:cubicBezTo>
                    <a:pt x="1067" y="232"/>
                    <a:pt x="1095" y="186"/>
                    <a:pt x="1095" y="139"/>
                  </a:cubicBezTo>
                  <a:cubicBezTo>
                    <a:pt x="1095" y="65"/>
                    <a:pt x="103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2088825" y="2662325"/>
              <a:ext cx="22975" cy="53375"/>
            </a:xfrm>
            <a:custGeom>
              <a:avLst/>
              <a:gdLst/>
              <a:ahLst/>
              <a:cxnLst/>
              <a:rect l="l" t="t" r="r" b="b"/>
              <a:pathLst>
                <a:path w="919" h="2135" extrusionOk="0">
                  <a:moveTo>
                    <a:pt x="751" y="1"/>
                  </a:moveTo>
                  <a:cubicBezTo>
                    <a:pt x="677" y="1"/>
                    <a:pt x="612" y="47"/>
                    <a:pt x="584" y="121"/>
                  </a:cubicBezTo>
                  <a:lnTo>
                    <a:pt x="9" y="1921"/>
                  </a:lnTo>
                  <a:cubicBezTo>
                    <a:pt x="0" y="1930"/>
                    <a:pt x="0" y="1949"/>
                    <a:pt x="0" y="1967"/>
                  </a:cubicBezTo>
                  <a:cubicBezTo>
                    <a:pt x="0" y="2042"/>
                    <a:pt x="46" y="2107"/>
                    <a:pt x="121" y="2134"/>
                  </a:cubicBezTo>
                  <a:lnTo>
                    <a:pt x="167" y="2134"/>
                  </a:lnTo>
                  <a:cubicBezTo>
                    <a:pt x="241" y="2134"/>
                    <a:pt x="306" y="2088"/>
                    <a:pt x="325" y="2023"/>
                  </a:cubicBezTo>
                  <a:lnTo>
                    <a:pt x="909" y="242"/>
                  </a:lnTo>
                  <a:cubicBezTo>
                    <a:pt x="909" y="223"/>
                    <a:pt x="918" y="205"/>
                    <a:pt x="918" y="186"/>
                  </a:cubicBezTo>
                  <a:cubicBezTo>
                    <a:pt x="918" y="84"/>
                    <a:pt x="844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2114100" y="2676025"/>
              <a:ext cx="27150" cy="28550"/>
            </a:xfrm>
            <a:custGeom>
              <a:avLst/>
              <a:gdLst/>
              <a:ahLst/>
              <a:cxnLst/>
              <a:rect l="l" t="t" r="r" b="b"/>
              <a:pathLst>
                <a:path w="1086" h="1142" extrusionOk="0">
                  <a:moveTo>
                    <a:pt x="130" y="0"/>
                  </a:moveTo>
                  <a:cubicBezTo>
                    <a:pt x="56" y="0"/>
                    <a:pt x="0" y="65"/>
                    <a:pt x="0" y="139"/>
                  </a:cubicBezTo>
                  <a:cubicBezTo>
                    <a:pt x="0" y="186"/>
                    <a:pt x="19" y="232"/>
                    <a:pt x="65" y="260"/>
                  </a:cubicBezTo>
                  <a:lnTo>
                    <a:pt x="659" y="566"/>
                  </a:lnTo>
                  <a:lnTo>
                    <a:pt x="74" y="891"/>
                  </a:lnTo>
                  <a:cubicBezTo>
                    <a:pt x="28" y="909"/>
                    <a:pt x="0" y="956"/>
                    <a:pt x="0" y="1011"/>
                  </a:cubicBezTo>
                  <a:cubicBezTo>
                    <a:pt x="0" y="1076"/>
                    <a:pt x="56" y="1141"/>
                    <a:pt x="130" y="1141"/>
                  </a:cubicBezTo>
                  <a:cubicBezTo>
                    <a:pt x="158" y="1141"/>
                    <a:pt x="176" y="1141"/>
                    <a:pt x="195" y="1132"/>
                  </a:cubicBezTo>
                  <a:lnTo>
                    <a:pt x="1002" y="687"/>
                  </a:lnTo>
                  <a:lnTo>
                    <a:pt x="1011" y="687"/>
                  </a:lnTo>
                  <a:cubicBezTo>
                    <a:pt x="1058" y="659"/>
                    <a:pt x="1086" y="612"/>
                    <a:pt x="1086" y="566"/>
                  </a:cubicBezTo>
                  <a:cubicBezTo>
                    <a:pt x="1086" y="520"/>
                    <a:pt x="1058" y="473"/>
                    <a:pt x="1011" y="445"/>
                  </a:cubicBezTo>
                  <a:lnTo>
                    <a:pt x="195" y="19"/>
                  </a:lnTo>
                  <a:cubicBezTo>
                    <a:pt x="176" y="9"/>
                    <a:pt x="15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2002300" y="2589050"/>
              <a:ext cx="99050" cy="81425"/>
            </a:xfrm>
            <a:custGeom>
              <a:avLst/>
              <a:gdLst/>
              <a:ahLst/>
              <a:cxnLst/>
              <a:rect l="l" t="t" r="r" b="b"/>
              <a:pathLst>
                <a:path w="3962" h="3257" extrusionOk="0">
                  <a:moveTo>
                    <a:pt x="3906" y="0"/>
                  </a:moveTo>
                  <a:cubicBezTo>
                    <a:pt x="3535" y="0"/>
                    <a:pt x="3164" y="56"/>
                    <a:pt x="2802" y="158"/>
                  </a:cubicBezTo>
                  <a:cubicBezTo>
                    <a:pt x="1402" y="557"/>
                    <a:pt x="307" y="1744"/>
                    <a:pt x="1" y="3182"/>
                  </a:cubicBezTo>
                  <a:cubicBezTo>
                    <a:pt x="1" y="3219"/>
                    <a:pt x="19" y="3247"/>
                    <a:pt x="47" y="3256"/>
                  </a:cubicBezTo>
                  <a:lnTo>
                    <a:pt x="66" y="3256"/>
                  </a:lnTo>
                  <a:cubicBezTo>
                    <a:pt x="94" y="3256"/>
                    <a:pt x="112" y="3238"/>
                    <a:pt x="121" y="3210"/>
                  </a:cubicBezTo>
                  <a:cubicBezTo>
                    <a:pt x="409" y="1809"/>
                    <a:pt x="1476" y="659"/>
                    <a:pt x="2830" y="269"/>
                  </a:cubicBezTo>
                  <a:cubicBezTo>
                    <a:pt x="3183" y="167"/>
                    <a:pt x="3545" y="112"/>
                    <a:pt x="3906" y="112"/>
                  </a:cubicBezTo>
                  <a:cubicBezTo>
                    <a:pt x="3943" y="112"/>
                    <a:pt x="3962" y="93"/>
                    <a:pt x="3962" y="56"/>
                  </a:cubicBezTo>
                  <a:cubicBezTo>
                    <a:pt x="3962" y="28"/>
                    <a:pt x="3943" y="0"/>
                    <a:pt x="3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2000925" y="2593400"/>
              <a:ext cx="203875" cy="194875"/>
            </a:xfrm>
            <a:custGeom>
              <a:avLst/>
              <a:gdLst/>
              <a:ahLst/>
              <a:cxnLst/>
              <a:rect l="l" t="t" r="r" b="b"/>
              <a:pathLst>
                <a:path w="8155" h="7795" extrusionOk="0">
                  <a:moveTo>
                    <a:pt x="5133" y="0"/>
                  </a:moveTo>
                  <a:cubicBezTo>
                    <a:pt x="5109" y="0"/>
                    <a:pt x="5082" y="17"/>
                    <a:pt x="5075" y="40"/>
                  </a:cubicBezTo>
                  <a:cubicBezTo>
                    <a:pt x="5065" y="77"/>
                    <a:pt x="5084" y="105"/>
                    <a:pt x="5112" y="114"/>
                  </a:cubicBezTo>
                  <a:cubicBezTo>
                    <a:pt x="6568" y="568"/>
                    <a:pt x="7626" y="1839"/>
                    <a:pt x="7802" y="3351"/>
                  </a:cubicBezTo>
                  <a:cubicBezTo>
                    <a:pt x="8034" y="5216"/>
                    <a:pt x="6846" y="7006"/>
                    <a:pt x="5037" y="7526"/>
                  </a:cubicBezTo>
                  <a:cubicBezTo>
                    <a:pt x="4682" y="7628"/>
                    <a:pt x="4319" y="7679"/>
                    <a:pt x="3958" y="7679"/>
                  </a:cubicBezTo>
                  <a:cubicBezTo>
                    <a:pt x="3207" y="7679"/>
                    <a:pt x="2467" y="7460"/>
                    <a:pt x="1828" y="7034"/>
                  </a:cubicBezTo>
                  <a:cubicBezTo>
                    <a:pt x="881" y="6413"/>
                    <a:pt x="260" y="5402"/>
                    <a:pt x="121" y="4270"/>
                  </a:cubicBezTo>
                  <a:cubicBezTo>
                    <a:pt x="121" y="4233"/>
                    <a:pt x="93" y="4214"/>
                    <a:pt x="56" y="4214"/>
                  </a:cubicBezTo>
                  <a:cubicBezTo>
                    <a:pt x="28" y="4223"/>
                    <a:pt x="0" y="4251"/>
                    <a:pt x="9" y="4279"/>
                  </a:cubicBezTo>
                  <a:cubicBezTo>
                    <a:pt x="149" y="5448"/>
                    <a:pt x="789" y="6487"/>
                    <a:pt x="1763" y="7136"/>
                  </a:cubicBezTo>
                  <a:cubicBezTo>
                    <a:pt x="2421" y="7572"/>
                    <a:pt x="3182" y="7795"/>
                    <a:pt x="3961" y="7795"/>
                  </a:cubicBezTo>
                  <a:cubicBezTo>
                    <a:pt x="4332" y="7795"/>
                    <a:pt x="4703" y="7739"/>
                    <a:pt x="5075" y="7637"/>
                  </a:cubicBezTo>
                  <a:cubicBezTo>
                    <a:pt x="6930" y="7108"/>
                    <a:pt x="8154" y="5253"/>
                    <a:pt x="7922" y="3333"/>
                  </a:cubicBezTo>
                  <a:cubicBezTo>
                    <a:pt x="7728" y="1774"/>
                    <a:pt x="6642" y="476"/>
                    <a:pt x="5149" y="3"/>
                  </a:cubicBezTo>
                  <a:cubicBezTo>
                    <a:pt x="5144" y="1"/>
                    <a:pt x="5139" y="0"/>
                    <a:pt x="5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2012975" y="2606000"/>
              <a:ext cx="173975" cy="165350"/>
            </a:xfrm>
            <a:custGeom>
              <a:avLst/>
              <a:gdLst/>
              <a:ahLst/>
              <a:cxnLst/>
              <a:rect l="l" t="t" r="r" b="b"/>
              <a:pathLst>
                <a:path w="6959" h="6614" extrusionOk="0">
                  <a:moveTo>
                    <a:pt x="3479" y="83"/>
                  </a:moveTo>
                  <a:cubicBezTo>
                    <a:pt x="4110" y="83"/>
                    <a:pt x="4732" y="269"/>
                    <a:pt x="5260" y="621"/>
                  </a:cubicBezTo>
                  <a:cubicBezTo>
                    <a:pt x="6049" y="1141"/>
                    <a:pt x="6559" y="1985"/>
                    <a:pt x="6680" y="2922"/>
                  </a:cubicBezTo>
                  <a:cubicBezTo>
                    <a:pt x="6865" y="4480"/>
                    <a:pt x="5882" y="5974"/>
                    <a:pt x="4379" y="6400"/>
                  </a:cubicBezTo>
                  <a:cubicBezTo>
                    <a:pt x="4083" y="6484"/>
                    <a:pt x="3780" y="6526"/>
                    <a:pt x="3480" y="6526"/>
                  </a:cubicBezTo>
                  <a:cubicBezTo>
                    <a:pt x="2851" y="6526"/>
                    <a:pt x="2232" y="6344"/>
                    <a:pt x="1698" y="5992"/>
                  </a:cubicBezTo>
                  <a:cubicBezTo>
                    <a:pt x="919" y="5473"/>
                    <a:pt x="399" y="4629"/>
                    <a:pt x="279" y="3692"/>
                  </a:cubicBezTo>
                  <a:cubicBezTo>
                    <a:pt x="93" y="2133"/>
                    <a:pt x="1086" y="640"/>
                    <a:pt x="2589" y="213"/>
                  </a:cubicBezTo>
                  <a:cubicBezTo>
                    <a:pt x="2886" y="129"/>
                    <a:pt x="3182" y="83"/>
                    <a:pt x="3479" y="83"/>
                  </a:cubicBezTo>
                  <a:close/>
                  <a:moveTo>
                    <a:pt x="3477" y="0"/>
                  </a:moveTo>
                  <a:cubicBezTo>
                    <a:pt x="3171" y="0"/>
                    <a:pt x="2863" y="43"/>
                    <a:pt x="2561" y="129"/>
                  </a:cubicBezTo>
                  <a:cubicBezTo>
                    <a:pt x="1021" y="575"/>
                    <a:pt x="1" y="2105"/>
                    <a:pt x="195" y="3701"/>
                  </a:cubicBezTo>
                  <a:cubicBezTo>
                    <a:pt x="316" y="4666"/>
                    <a:pt x="845" y="5528"/>
                    <a:pt x="1652" y="6066"/>
                  </a:cubicBezTo>
                  <a:cubicBezTo>
                    <a:pt x="2199" y="6428"/>
                    <a:pt x="2839" y="6614"/>
                    <a:pt x="3479" y="6614"/>
                  </a:cubicBezTo>
                  <a:cubicBezTo>
                    <a:pt x="3785" y="6614"/>
                    <a:pt x="4101" y="6567"/>
                    <a:pt x="4398" y="6484"/>
                  </a:cubicBezTo>
                  <a:cubicBezTo>
                    <a:pt x="5938" y="6039"/>
                    <a:pt x="6958" y="4508"/>
                    <a:pt x="6763" y="2912"/>
                  </a:cubicBezTo>
                  <a:cubicBezTo>
                    <a:pt x="6643" y="1948"/>
                    <a:pt x="6114" y="1085"/>
                    <a:pt x="5307" y="547"/>
                  </a:cubicBezTo>
                  <a:cubicBezTo>
                    <a:pt x="4760" y="188"/>
                    <a:pt x="4123" y="0"/>
                    <a:pt x="3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2033850" y="2508575"/>
              <a:ext cx="13250" cy="56600"/>
            </a:xfrm>
            <a:custGeom>
              <a:avLst/>
              <a:gdLst/>
              <a:ahLst/>
              <a:cxnLst/>
              <a:rect l="l" t="t" r="r" b="b"/>
              <a:pathLst>
                <a:path w="530" h="2264" extrusionOk="0"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lnTo>
                    <a:pt x="0" y="2023"/>
                  </a:lnTo>
                  <a:cubicBezTo>
                    <a:pt x="0" y="2152"/>
                    <a:pt x="102" y="2264"/>
                    <a:pt x="232" y="2264"/>
                  </a:cubicBezTo>
                  <a:lnTo>
                    <a:pt x="288" y="2264"/>
                  </a:lnTo>
                  <a:cubicBezTo>
                    <a:pt x="418" y="2264"/>
                    <a:pt x="529" y="2152"/>
                    <a:pt x="520" y="2023"/>
                  </a:cubicBezTo>
                  <a:lnTo>
                    <a:pt x="520" y="232"/>
                  </a:lnTo>
                  <a:cubicBezTo>
                    <a:pt x="520" y="102"/>
                    <a:pt x="418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032450" y="2507175"/>
              <a:ext cx="16025" cy="59400"/>
            </a:xfrm>
            <a:custGeom>
              <a:avLst/>
              <a:gdLst/>
              <a:ahLst/>
              <a:cxnLst/>
              <a:rect l="l" t="t" r="r" b="b"/>
              <a:pathLst>
                <a:path w="641" h="2376" extrusionOk="0">
                  <a:moveTo>
                    <a:pt x="344" y="112"/>
                  </a:moveTo>
                  <a:cubicBezTo>
                    <a:pt x="446" y="112"/>
                    <a:pt x="520" y="195"/>
                    <a:pt x="520" y="288"/>
                  </a:cubicBezTo>
                  <a:lnTo>
                    <a:pt x="520" y="2079"/>
                  </a:lnTo>
                  <a:cubicBezTo>
                    <a:pt x="520" y="2181"/>
                    <a:pt x="446" y="2255"/>
                    <a:pt x="344" y="2255"/>
                  </a:cubicBezTo>
                  <a:lnTo>
                    <a:pt x="298" y="2255"/>
                  </a:lnTo>
                  <a:cubicBezTo>
                    <a:pt x="196" y="2255"/>
                    <a:pt x="121" y="2181"/>
                    <a:pt x="121" y="2079"/>
                  </a:cubicBezTo>
                  <a:lnTo>
                    <a:pt x="121" y="288"/>
                  </a:ln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lnTo>
                    <a:pt x="1" y="2079"/>
                  </a:lnTo>
                  <a:cubicBezTo>
                    <a:pt x="1" y="2246"/>
                    <a:pt x="131" y="2375"/>
                    <a:pt x="288" y="2375"/>
                  </a:cubicBezTo>
                  <a:lnTo>
                    <a:pt x="344" y="2375"/>
                  </a:lnTo>
                  <a:cubicBezTo>
                    <a:pt x="511" y="2375"/>
                    <a:pt x="641" y="2246"/>
                    <a:pt x="641" y="2079"/>
                  </a:cubicBezTo>
                  <a:lnTo>
                    <a:pt x="641" y="288"/>
                  </a:lnTo>
                  <a:cubicBezTo>
                    <a:pt x="641" y="131"/>
                    <a:pt x="502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1764350" y="2410475"/>
              <a:ext cx="53850" cy="477775"/>
            </a:xfrm>
            <a:custGeom>
              <a:avLst/>
              <a:gdLst/>
              <a:ahLst/>
              <a:cxnLst/>
              <a:rect l="l" t="t" r="r" b="b"/>
              <a:pathLst>
                <a:path w="2154" h="19111" extrusionOk="0">
                  <a:moveTo>
                    <a:pt x="1615" y="0"/>
                  </a:moveTo>
                  <a:cubicBezTo>
                    <a:pt x="725" y="0"/>
                    <a:pt x="1" y="724"/>
                    <a:pt x="1" y="1614"/>
                  </a:cubicBezTo>
                  <a:lnTo>
                    <a:pt x="1" y="17496"/>
                  </a:lnTo>
                  <a:cubicBezTo>
                    <a:pt x="1" y="18387"/>
                    <a:pt x="725" y="19110"/>
                    <a:pt x="1615" y="19110"/>
                  </a:cubicBezTo>
                  <a:lnTo>
                    <a:pt x="2153" y="19110"/>
                  </a:lnTo>
                  <a:cubicBezTo>
                    <a:pt x="1272" y="19110"/>
                    <a:pt x="558" y="18396"/>
                    <a:pt x="558" y="17505"/>
                  </a:cubicBezTo>
                  <a:lnTo>
                    <a:pt x="558" y="1605"/>
                  </a:lnTo>
                  <a:cubicBezTo>
                    <a:pt x="558" y="724"/>
                    <a:pt x="1272" y="0"/>
                    <a:pt x="2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1762975" y="2409075"/>
              <a:ext cx="55225" cy="480550"/>
            </a:xfrm>
            <a:custGeom>
              <a:avLst/>
              <a:gdLst/>
              <a:ahLst/>
              <a:cxnLst/>
              <a:rect l="l" t="t" r="r" b="b"/>
              <a:pathLst>
                <a:path w="2209" h="19222" extrusionOk="0">
                  <a:moveTo>
                    <a:pt x="1596" y="121"/>
                  </a:moveTo>
                  <a:lnTo>
                    <a:pt x="1596" y="121"/>
                  </a:lnTo>
                  <a:cubicBezTo>
                    <a:pt x="984" y="362"/>
                    <a:pt x="548" y="965"/>
                    <a:pt x="548" y="1661"/>
                  </a:cubicBezTo>
                  <a:lnTo>
                    <a:pt x="548" y="17561"/>
                  </a:lnTo>
                  <a:cubicBezTo>
                    <a:pt x="548" y="18266"/>
                    <a:pt x="984" y="18860"/>
                    <a:pt x="1596" y="19110"/>
                  </a:cubicBezTo>
                  <a:cubicBezTo>
                    <a:pt x="770" y="19073"/>
                    <a:pt x="112" y="18387"/>
                    <a:pt x="112" y="17552"/>
                  </a:cubicBezTo>
                  <a:lnTo>
                    <a:pt x="112" y="1670"/>
                  </a:lnTo>
                  <a:cubicBezTo>
                    <a:pt x="112" y="836"/>
                    <a:pt x="770" y="158"/>
                    <a:pt x="1596" y="121"/>
                  </a:cubicBezTo>
                  <a:close/>
                  <a:moveTo>
                    <a:pt x="1670" y="1"/>
                  </a:moveTo>
                  <a:cubicBezTo>
                    <a:pt x="742" y="1"/>
                    <a:pt x="0" y="752"/>
                    <a:pt x="0" y="1670"/>
                  </a:cubicBezTo>
                  <a:lnTo>
                    <a:pt x="0" y="17552"/>
                  </a:lnTo>
                  <a:cubicBezTo>
                    <a:pt x="0" y="18480"/>
                    <a:pt x="742" y="19222"/>
                    <a:pt x="1670" y="19222"/>
                  </a:cubicBezTo>
                  <a:lnTo>
                    <a:pt x="2208" y="19222"/>
                  </a:lnTo>
                  <a:lnTo>
                    <a:pt x="2208" y="19110"/>
                  </a:lnTo>
                  <a:cubicBezTo>
                    <a:pt x="1364" y="19110"/>
                    <a:pt x="668" y="18415"/>
                    <a:pt x="668" y="17561"/>
                  </a:cubicBezTo>
                  <a:lnTo>
                    <a:pt x="668" y="1661"/>
                  </a:lnTo>
                  <a:cubicBezTo>
                    <a:pt x="668" y="808"/>
                    <a:pt x="1364" y="121"/>
                    <a:pt x="2208" y="121"/>
                  </a:cubicBezTo>
                  <a:lnTo>
                    <a:pt x="22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1768300" y="2473550"/>
              <a:ext cx="6750" cy="56375"/>
            </a:xfrm>
            <a:custGeom>
              <a:avLst/>
              <a:gdLst/>
              <a:ahLst/>
              <a:cxnLst/>
              <a:rect l="l" t="t" r="r" b="b"/>
              <a:pathLst>
                <a:path w="270" h="2255" extrusionOk="0">
                  <a:moveTo>
                    <a:pt x="140" y="1"/>
                  </a:moveTo>
                  <a:cubicBezTo>
                    <a:pt x="56" y="1"/>
                    <a:pt x="1" y="56"/>
                    <a:pt x="1" y="130"/>
                  </a:cubicBezTo>
                  <a:lnTo>
                    <a:pt x="1" y="2125"/>
                  </a:lnTo>
                  <a:cubicBezTo>
                    <a:pt x="1" y="2199"/>
                    <a:pt x="56" y="2255"/>
                    <a:pt x="140" y="2255"/>
                  </a:cubicBezTo>
                  <a:cubicBezTo>
                    <a:pt x="214" y="2255"/>
                    <a:pt x="270" y="2199"/>
                    <a:pt x="270" y="2125"/>
                  </a:cubicBezTo>
                  <a:lnTo>
                    <a:pt x="270" y="130"/>
                  </a:lnTo>
                  <a:cubicBezTo>
                    <a:pt x="270" y="5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1766088" y="2471511"/>
              <a:ext cx="9550" cy="59625"/>
            </a:xfrm>
            <a:custGeom>
              <a:avLst/>
              <a:gdLst/>
              <a:ahLst/>
              <a:cxnLst/>
              <a:rect l="l" t="t" r="r" b="b"/>
              <a:pathLst>
                <a:path w="382" h="2385" extrusionOk="0">
                  <a:moveTo>
                    <a:pt x="196" y="121"/>
                  </a:moveTo>
                  <a:cubicBezTo>
                    <a:pt x="233" y="121"/>
                    <a:pt x="270" y="158"/>
                    <a:pt x="270" y="205"/>
                  </a:cubicBezTo>
                  <a:lnTo>
                    <a:pt x="270" y="2190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90"/>
                  </a:cubicBezTo>
                  <a:lnTo>
                    <a:pt x="112" y="205"/>
                  </a:lnTo>
                  <a:cubicBezTo>
                    <a:pt x="112" y="158"/>
                    <a:pt x="149" y="121"/>
                    <a:pt x="196" y="121"/>
                  </a:cubicBezTo>
                  <a:close/>
                  <a:moveTo>
                    <a:pt x="196" y="1"/>
                  </a:moveTo>
                  <a:cubicBezTo>
                    <a:pt x="84" y="1"/>
                    <a:pt x="1" y="93"/>
                    <a:pt x="1" y="195"/>
                  </a:cubicBezTo>
                  <a:lnTo>
                    <a:pt x="1" y="2190"/>
                  </a:lnTo>
                  <a:cubicBezTo>
                    <a:pt x="1" y="2292"/>
                    <a:pt x="84" y="2385"/>
                    <a:pt x="196" y="2385"/>
                  </a:cubicBezTo>
                  <a:cubicBezTo>
                    <a:pt x="298" y="2385"/>
                    <a:pt x="381" y="2292"/>
                    <a:pt x="381" y="2190"/>
                  </a:cubicBezTo>
                  <a:lnTo>
                    <a:pt x="381" y="195"/>
                  </a:lnTo>
                  <a:cubicBezTo>
                    <a:pt x="381" y="93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1768300" y="2548225"/>
              <a:ext cx="6750" cy="56625"/>
            </a:xfrm>
            <a:custGeom>
              <a:avLst/>
              <a:gdLst/>
              <a:ahLst/>
              <a:cxnLst/>
              <a:rect l="l" t="t" r="r" b="b"/>
              <a:pathLst>
                <a:path w="270" h="2265" extrusionOk="0">
                  <a:moveTo>
                    <a:pt x="140" y="1"/>
                  </a:moveTo>
                  <a:cubicBezTo>
                    <a:pt x="56" y="1"/>
                    <a:pt x="1" y="66"/>
                    <a:pt x="1" y="140"/>
                  </a:cubicBezTo>
                  <a:lnTo>
                    <a:pt x="1" y="2125"/>
                  </a:lnTo>
                  <a:cubicBezTo>
                    <a:pt x="1" y="2199"/>
                    <a:pt x="56" y="2264"/>
                    <a:pt x="140" y="2264"/>
                  </a:cubicBezTo>
                  <a:cubicBezTo>
                    <a:pt x="214" y="2264"/>
                    <a:pt x="270" y="2199"/>
                    <a:pt x="270" y="2125"/>
                  </a:cubicBezTo>
                  <a:lnTo>
                    <a:pt x="270" y="140"/>
                  </a:lnTo>
                  <a:cubicBezTo>
                    <a:pt x="270" y="6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1766088" y="2546411"/>
              <a:ext cx="9550" cy="59400"/>
            </a:xfrm>
            <a:custGeom>
              <a:avLst/>
              <a:gdLst/>
              <a:ahLst/>
              <a:cxnLst/>
              <a:rect l="l" t="t" r="r" b="b"/>
              <a:pathLst>
                <a:path w="382" h="2376" extrusionOk="0">
                  <a:moveTo>
                    <a:pt x="196" y="122"/>
                  </a:moveTo>
                  <a:cubicBezTo>
                    <a:pt x="233" y="122"/>
                    <a:pt x="270" y="149"/>
                    <a:pt x="270" y="196"/>
                  </a:cubicBezTo>
                  <a:lnTo>
                    <a:pt x="270" y="2181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81"/>
                  </a:cubicBezTo>
                  <a:lnTo>
                    <a:pt x="112" y="196"/>
                  </a:lnTo>
                  <a:cubicBezTo>
                    <a:pt x="112" y="149"/>
                    <a:pt x="149" y="122"/>
                    <a:pt x="196" y="12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96"/>
                  </a:cubicBezTo>
                  <a:lnTo>
                    <a:pt x="1" y="2181"/>
                  </a:lnTo>
                  <a:cubicBezTo>
                    <a:pt x="1" y="2292"/>
                    <a:pt x="84" y="2376"/>
                    <a:pt x="196" y="2376"/>
                  </a:cubicBezTo>
                  <a:cubicBezTo>
                    <a:pt x="298" y="2376"/>
                    <a:pt x="381" y="2292"/>
                    <a:pt x="381" y="2181"/>
                  </a:cubicBezTo>
                  <a:lnTo>
                    <a:pt x="381" y="196"/>
                  </a:ln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778275" y="2410475"/>
              <a:ext cx="261400" cy="477775"/>
            </a:xfrm>
            <a:custGeom>
              <a:avLst/>
              <a:gdLst/>
              <a:ahLst/>
              <a:cxnLst/>
              <a:rect l="l" t="t" r="r" b="b"/>
              <a:pathLst>
                <a:path w="10456" h="19111" extrusionOk="0">
                  <a:moveTo>
                    <a:pt x="1596" y="0"/>
                  </a:moveTo>
                  <a:cubicBezTo>
                    <a:pt x="715" y="0"/>
                    <a:pt x="1" y="724"/>
                    <a:pt x="1" y="1605"/>
                  </a:cubicBezTo>
                  <a:lnTo>
                    <a:pt x="1" y="17505"/>
                  </a:lnTo>
                  <a:cubicBezTo>
                    <a:pt x="1" y="18396"/>
                    <a:pt x="715" y="19110"/>
                    <a:pt x="1596" y="19110"/>
                  </a:cubicBezTo>
                  <a:lnTo>
                    <a:pt x="8850" y="19110"/>
                  </a:lnTo>
                  <a:cubicBezTo>
                    <a:pt x="9732" y="19110"/>
                    <a:pt x="10455" y="18396"/>
                    <a:pt x="10455" y="17505"/>
                  </a:cubicBezTo>
                  <a:lnTo>
                    <a:pt x="10455" y="1605"/>
                  </a:lnTo>
                  <a:cubicBezTo>
                    <a:pt x="10455" y="724"/>
                    <a:pt x="9732" y="0"/>
                    <a:pt x="88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776650" y="2409075"/>
              <a:ext cx="264425" cy="480550"/>
            </a:xfrm>
            <a:custGeom>
              <a:avLst/>
              <a:gdLst/>
              <a:ahLst/>
              <a:cxnLst/>
              <a:rect l="l" t="t" r="r" b="b"/>
              <a:pathLst>
                <a:path w="10577" h="19222" extrusionOk="0">
                  <a:moveTo>
                    <a:pt x="8915" y="112"/>
                  </a:moveTo>
                  <a:cubicBezTo>
                    <a:pt x="9769" y="112"/>
                    <a:pt x="10455" y="808"/>
                    <a:pt x="10455" y="1661"/>
                  </a:cubicBezTo>
                  <a:lnTo>
                    <a:pt x="10455" y="17561"/>
                  </a:lnTo>
                  <a:cubicBezTo>
                    <a:pt x="10455" y="18415"/>
                    <a:pt x="9769" y="19110"/>
                    <a:pt x="8915" y="19110"/>
                  </a:cubicBezTo>
                  <a:lnTo>
                    <a:pt x="1661" y="19110"/>
                  </a:lnTo>
                  <a:cubicBezTo>
                    <a:pt x="817" y="19110"/>
                    <a:pt x="121" y="18415"/>
                    <a:pt x="121" y="17561"/>
                  </a:cubicBezTo>
                  <a:lnTo>
                    <a:pt x="121" y="1661"/>
                  </a:lnTo>
                  <a:cubicBezTo>
                    <a:pt x="121" y="808"/>
                    <a:pt x="817" y="112"/>
                    <a:pt x="1661" y="112"/>
                  </a:cubicBezTo>
                  <a:close/>
                  <a:moveTo>
                    <a:pt x="1661" y="1"/>
                  </a:moveTo>
                  <a:cubicBezTo>
                    <a:pt x="752" y="1"/>
                    <a:pt x="1" y="743"/>
                    <a:pt x="1" y="1661"/>
                  </a:cubicBezTo>
                  <a:lnTo>
                    <a:pt x="1" y="17561"/>
                  </a:lnTo>
                  <a:cubicBezTo>
                    <a:pt x="1" y="18480"/>
                    <a:pt x="752" y="19222"/>
                    <a:pt x="1661" y="19222"/>
                  </a:cubicBezTo>
                  <a:lnTo>
                    <a:pt x="8915" y="19222"/>
                  </a:lnTo>
                  <a:cubicBezTo>
                    <a:pt x="9834" y="19222"/>
                    <a:pt x="10576" y="18480"/>
                    <a:pt x="10576" y="17561"/>
                  </a:cubicBezTo>
                  <a:lnTo>
                    <a:pt x="10576" y="1661"/>
                  </a:lnTo>
                  <a:cubicBezTo>
                    <a:pt x="10576" y="743"/>
                    <a:pt x="9834" y="1"/>
                    <a:pt x="8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1902125" y="24306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69" y="84"/>
                  </a:moveTo>
                  <a:cubicBezTo>
                    <a:pt x="371" y="84"/>
                    <a:pt x="455" y="167"/>
                    <a:pt x="455" y="269"/>
                  </a:cubicBezTo>
                  <a:cubicBezTo>
                    <a:pt x="455" y="371"/>
                    <a:pt x="371" y="455"/>
                    <a:pt x="269" y="455"/>
                  </a:cubicBezTo>
                  <a:cubicBezTo>
                    <a:pt x="167" y="455"/>
                    <a:pt x="84" y="371"/>
                    <a:pt x="84" y="269"/>
                  </a:cubicBezTo>
                  <a:cubicBezTo>
                    <a:pt x="84" y="167"/>
                    <a:pt x="167" y="84"/>
                    <a:pt x="269" y="84"/>
                  </a:cubicBezTo>
                  <a:close/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48"/>
                    <a:pt x="269" y="548"/>
                  </a:cubicBezTo>
                  <a:cubicBezTo>
                    <a:pt x="418" y="548"/>
                    <a:pt x="548" y="418"/>
                    <a:pt x="548" y="269"/>
                  </a:cubicBezTo>
                  <a:cubicBezTo>
                    <a:pt x="54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1859900" y="2433900"/>
              <a:ext cx="33900" cy="7200"/>
            </a:xfrm>
            <a:custGeom>
              <a:avLst/>
              <a:gdLst/>
              <a:ahLst/>
              <a:cxnLst/>
              <a:rect l="l" t="t" r="r" b="b"/>
              <a:pathLst>
                <a:path w="1356" h="288" extrusionOk="0">
                  <a:moveTo>
                    <a:pt x="1207" y="84"/>
                  </a:moveTo>
                  <a:cubicBezTo>
                    <a:pt x="1244" y="84"/>
                    <a:pt x="1263" y="112"/>
                    <a:pt x="1263" y="139"/>
                  </a:cubicBezTo>
                  <a:cubicBezTo>
                    <a:pt x="1263" y="176"/>
                    <a:pt x="1244" y="195"/>
                    <a:pt x="1207" y="195"/>
                  </a:cubicBezTo>
                  <a:lnTo>
                    <a:pt x="140" y="195"/>
                  </a:lnTo>
                  <a:cubicBezTo>
                    <a:pt x="112" y="195"/>
                    <a:pt x="84" y="176"/>
                    <a:pt x="84" y="139"/>
                  </a:cubicBezTo>
                  <a:cubicBezTo>
                    <a:pt x="84" y="112"/>
                    <a:pt x="112" y="84"/>
                    <a:pt x="140" y="84"/>
                  </a:cubicBezTo>
                  <a:close/>
                  <a:moveTo>
                    <a:pt x="140" y="0"/>
                  </a:moveTo>
                  <a:cubicBezTo>
                    <a:pt x="57" y="0"/>
                    <a:pt x="1" y="65"/>
                    <a:pt x="1" y="149"/>
                  </a:cubicBezTo>
                  <a:cubicBezTo>
                    <a:pt x="1" y="223"/>
                    <a:pt x="66" y="288"/>
                    <a:pt x="140" y="288"/>
                  </a:cubicBezTo>
                  <a:lnTo>
                    <a:pt x="1207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1924625" y="2433900"/>
              <a:ext cx="33875" cy="7200"/>
            </a:xfrm>
            <a:custGeom>
              <a:avLst/>
              <a:gdLst/>
              <a:ahLst/>
              <a:cxnLst/>
              <a:rect l="l" t="t" r="r" b="b"/>
              <a:pathLst>
                <a:path w="1355" h="288" extrusionOk="0">
                  <a:moveTo>
                    <a:pt x="1215" y="84"/>
                  </a:moveTo>
                  <a:cubicBezTo>
                    <a:pt x="1243" y="84"/>
                    <a:pt x="1271" y="112"/>
                    <a:pt x="1271" y="139"/>
                  </a:cubicBezTo>
                  <a:cubicBezTo>
                    <a:pt x="1271" y="176"/>
                    <a:pt x="1243" y="195"/>
                    <a:pt x="1215" y="195"/>
                  </a:cubicBezTo>
                  <a:lnTo>
                    <a:pt x="149" y="195"/>
                  </a:lnTo>
                  <a:cubicBezTo>
                    <a:pt x="111" y="195"/>
                    <a:pt x="93" y="176"/>
                    <a:pt x="93" y="139"/>
                  </a:cubicBezTo>
                  <a:cubicBezTo>
                    <a:pt x="93" y="112"/>
                    <a:pt x="111" y="84"/>
                    <a:pt x="149" y="84"/>
                  </a:cubicBezTo>
                  <a:close/>
                  <a:moveTo>
                    <a:pt x="149" y="0"/>
                  </a:moveTo>
                  <a:cubicBezTo>
                    <a:pt x="65" y="0"/>
                    <a:pt x="0" y="65"/>
                    <a:pt x="0" y="149"/>
                  </a:cubicBezTo>
                  <a:cubicBezTo>
                    <a:pt x="0" y="223"/>
                    <a:pt x="65" y="288"/>
                    <a:pt x="149" y="288"/>
                  </a:cubicBezTo>
                  <a:lnTo>
                    <a:pt x="1215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1798675" y="2455700"/>
              <a:ext cx="220600" cy="392200"/>
            </a:xfrm>
            <a:custGeom>
              <a:avLst/>
              <a:gdLst/>
              <a:ahLst/>
              <a:cxnLst/>
              <a:rect l="l" t="t" r="r" b="b"/>
              <a:pathLst>
                <a:path w="8824" h="15688" extrusionOk="0">
                  <a:moveTo>
                    <a:pt x="1" y="0"/>
                  </a:moveTo>
                  <a:lnTo>
                    <a:pt x="1" y="15687"/>
                  </a:lnTo>
                  <a:lnTo>
                    <a:pt x="8823" y="15687"/>
                  </a:lnTo>
                  <a:lnTo>
                    <a:pt x="8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1797050" y="2454300"/>
              <a:ext cx="223600" cy="394975"/>
            </a:xfrm>
            <a:custGeom>
              <a:avLst/>
              <a:gdLst/>
              <a:ahLst/>
              <a:cxnLst/>
              <a:rect l="l" t="t" r="r" b="b"/>
              <a:pathLst>
                <a:path w="8944" h="15799" extrusionOk="0">
                  <a:moveTo>
                    <a:pt x="8832" y="112"/>
                  </a:moveTo>
                  <a:lnTo>
                    <a:pt x="8832" y="15678"/>
                  </a:lnTo>
                  <a:lnTo>
                    <a:pt x="122" y="15678"/>
                  </a:lnTo>
                  <a:lnTo>
                    <a:pt x="12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15743"/>
                  </a:lnTo>
                  <a:cubicBezTo>
                    <a:pt x="1" y="15771"/>
                    <a:pt x="29" y="15799"/>
                    <a:pt x="57" y="15799"/>
                  </a:cubicBezTo>
                  <a:lnTo>
                    <a:pt x="8888" y="15799"/>
                  </a:lnTo>
                  <a:cubicBezTo>
                    <a:pt x="8916" y="15799"/>
                    <a:pt x="8944" y="15771"/>
                    <a:pt x="8944" y="15743"/>
                  </a:cubicBezTo>
                  <a:lnTo>
                    <a:pt x="8944" y="56"/>
                  </a:lnTo>
                  <a:cubicBezTo>
                    <a:pt x="8944" y="19"/>
                    <a:pt x="8916" y="1"/>
                    <a:pt x="8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1800075" y="2457075"/>
              <a:ext cx="217575" cy="30175"/>
            </a:xfrm>
            <a:custGeom>
              <a:avLst/>
              <a:gdLst/>
              <a:ahLst/>
              <a:cxnLst/>
              <a:rect l="l" t="t" r="r" b="b"/>
              <a:pathLst>
                <a:path w="8703" h="1207" extrusionOk="0">
                  <a:moveTo>
                    <a:pt x="1" y="1"/>
                  </a:moveTo>
                  <a:lnTo>
                    <a:pt x="1" y="1207"/>
                  </a:lnTo>
                  <a:lnTo>
                    <a:pt x="8702" y="1207"/>
                  </a:lnTo>
                  <a:lnTo>
                    <a:pt x="8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1959625" y="2467050"/>
              <a:ext cx="9775" cy="9775"/>
            </a:xfrm>
            <a:custGeom>
              <a:avLst/>
              <a:gdLst/>
              <a:ahLst/>
              <a:cxnLst/>
              <a:rect l="l" t="t" r="r" b="b"/>
              <a:pathLst>
                <a:path w="391" h="391" extrusionOk="0">
                  <a:moveTo>
                    <a:pt x="196" y="94"/>
                  </a:moveTo>
                  <a:cubicBezTo>
                    <a:pt x="251" y="94"/>
                    <a:pt x="298" y="140"/>
                    <a:pt x="298" y="196"/>
                  </a:cubicBezTo>
                  <a:cubicBezTo>
                    <a:pt x="298" y="261"/>
                    <a:pt x="251" y="307"/>
                    <a:pt x="196" y="307"/>
                  </a:cubicBezTo>
                  <a:cubicBezTo>
                    <a:pt x="131" y="307"/>
                    <a:pt x="84" y="261"/>
                    <a:pt x="84" y="196"/>
                  </a:cubicBezTo>
                  <a:cubicBezTo>
                    <a:pt x="84" y="140"/>
                    <a:pt x="131" y="94"/>
                    <a:pt x="196" y="94"/>
                  </a:cubicBezTo>
                  <a:close/>
                  <a:moveTo>
                    <a:pt x="196" y="1"/>
                  </a:moveTo>
                  <a:cubicBezTo>
                    <a:pt x="84" y="1"/>
                    <a:pt x="1" y="94"/>
                    <a:pt x="1" y="196"/>
                  </a:cubicBezTo>
                  <a:cubicBezTo>
                    <a:pt x="1" y="307"/>
                    <a:pt x="84" y="390"/>
                    <a:pt x="196" y="390"/>
                  </a:cubicBezTo>
                  <a:cubicBezTo>
                    <a:pt x="298" y="390"/>
                    <a:pt x="391" y="307"/>
                    <a:pt x="391" y="196"/>
                  </a:cubicBezTo>
                  <a:cubicBezTo>
                    <a:pt x="391" y="9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1979125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60" y="94"/>
                    <a:pt x="306" y="140"/>
                    <a:pt x="306" y="196"/>
                  </a:cubicBezTo>
                  <a:cubicBezTo>
                    <a:pt x="306" y="261"/>
                    <a:pt x="260" y="307"/>
                    <a:pt x="195" y="307"/>
                  </a:cubicBezTo>
                  <a:cubicBezTo>
                    <a:pt x="139" y="307"/>
                    <a:pt x="93" y="261"/>
                    <a:pt x="93" y="196"/>
                  </a:cubicBezTo>
                  <a:cubicBezTo>
                    <a:pt x="93" y="140"/>
                    <a:pt x="139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0" y="307"/>
                    <a:pt x="390" y="196"/>
                  </a:cubicBezTo>
                  <a:cubicBezTo>
                    <a:pt x="390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1999300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51" y="94"/>
                    <a:pt x="297" y="140"/>
                    <a:pt x="297" y="196"/>
                  </a:cubicBezTo>
                  <a:cubicBezTo>
                    <a:pt x="297" y="261"/>
                    <a:pt x="251" y="307"/>
                    <a:pt x="195" y="307"/>
                  </a:cubicBezTo>
                  <a:cubicBezTo>
                    <a:pt x="130" y="307"/>
                    <a:pt x="84" y="261"/>
                    <a:pt x="84" y="196"/>
                  </a:cubicBezTo>
                  <a:cubicBezTo>
                    <a:pt x="84" y="140"/>
                    <a:pt x="130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84" y="1"/>
                    <a:pt x="0" y="94"/>
                    <a:pt x="0" y="196"/>
                  </a:cubicBezTo>
                  <a:cubicBezTo>
                    <a:pt x="0" y="307"/>
                    <a:pt x="84" y="390"/>
                    <a:pt x="195" y="390"/>
                  </a:cubicBezTo>
                  <a:cubicBezTo>
                    <a:pt x="297" y="390"/>
                    <a:pt x="390" y="307"/>
                    <a:pt x="390" y="196"/>
                  </a:cubicBezTo>
                  <a:cubicBezTo>
                    <a:pt x="390" y="9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1833700" y="2530600"/>
              <a:ext cx="69825" cy="3050"/>
            </a:xfrm>
            <a:custGeom>
              <a:avLst/>
              <a:gdLst/>
              <a:ahLst/>
              <a:cxnLst/>
              <a:rect l="l" t="t" r="r" b="b"/>
              <a:pathLst>
                <a:path w="2793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66"/>
                  </a:cubicBezTo>
                  <a:cubicBezTo>
                    <a:pt x="2793" y="28"/>
                    <a:pt x="2765" y="1"/>
                    <a:pt x="2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1917425" y="2530600"/>
              <a:ext cx="26925" cy="3050"/>
            </a:xfrm>
            <a:custGeom>
              <a:avLst/>
              <a:gdLst/>
              <a:ahLst/>
              <a:cxnLst/>
              <a:rect l="l" t="t" r="r" b="b"/>
              <a:pathLst>
                <a:path w="1077" h="122" extrusionOk="0">
                  <a:moveTo>
                    <a:pt x="56" y="1"/>
                  </a:moveTo>
                  <a:cubicBezTo>
                    <a:pt x="28" y="1"/>
                    <a:pt x="1" y="28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66"/>
                  </a:cubicBezTo>
                  <a:cubicBezTo>
                    <a:pt x="107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1960575" y="253060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1915350" y="25825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3"/>
                    <a:pt x="2802" y="56"/>
                  </a:cubicBezTo>
                  <a:cubicBezTo>
                    <a:pt x="2802" y="28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1874750" y="25825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56"/>
                  </a:cubicBezTo>
                  <a:cubicBezTo>
                    <a:pt x="106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1833700" y="25825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1833700" y="2556350"/>
              <a:ext cx="37375" cy="3025"/>
            </a:xfrm>
            <a:custGeom>
              <a:avLst/>
              <a:gdLst/>
              <a:ahLst/>
              <a:cxnLst/>
              <a:rect l="l" t="t" r="r" b="b"/>
              <a:pathLst>
                <a:path w="1495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56"/>
                  </a:cubicBezTo>
                  <a:cubicBezTo>
                    <a:pt x="1494" y="28"/>
                    <a:pt x="1466" y="0"/>
                    <a:pt x="1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1882650" y="2556350"/>
              <a:ext cx="61700" cy="3025"/>
            </a:xfrm>
            <a:custGeom>
              <a:avLst/>
              <a:gdLst/>
              <a:ahLst/>
              <a:cxnLst/>
              <a:rect l="l" t="t" r="r" b="b"/>
              <a:pathLst>
                <a:path w="2468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56"/>
                  </a:cubicBezTo>
                  <a:cubicBezTo>
                    <a:pt x="2468" y="28"/>
                    <a:pt x="2440" y="0"/>
                    <a:pt x="2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1960575" y="2556350"/>
              <a:ext cx="24825" cy="3025"/>
            </a:xfrm>
            <a:custGeom>
              <a:avLst/>
              <a:gdLst/>
              <a:ahLst/>
              <a:cxnLst/>
              <a:rect l="l" t="t" r="r" b="b"/>
              <a:pathLst>
                <a:path w="993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1833700" y="2605750"/>
              <a:ext cx="69825" cy="2800"/>
            </a:xfrm>
            <a:custGeom>
              <a:avLst/>
              <a:gdLst/>
              <a:ahLst/>
              <a:cxnLst/>
              <a:rect l="l" t="t" r="r" b="b"/>
              <a:pathLst>
                <a:path w="2793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737" y="112"/>
                  </a:lnTo>
                  <a:cubicBezTo>
                    <a:pt x="2765" y="112"/>
                    <a:pt x="2793" y="84"/>
                    <a:pt x="2793" y="56"/>
                  </a:cubicBezTo>
                  <a:cubicBezTo>
                    <a:pt x="2793" y="19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1917425" y="2605750"/>
              <a:ext cx="26925" cy="2800"/>
            </a:xfrm>
            <a:custGeom>
              <a:avLst/>
              <a:gdLst/>
              <a:ahLst/>
              <a:cxnLst/>
              <a:rect l="l" t="t" r="r" b="b"/>
              <a:pathLst>
                <a:path w="1077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12" y="112"/>
                  </a:lnTo>
                  <a:cubicBezTo>
                    <a:pt x="1049" y="112"/>
                    <a:pt x="1077" y="84"/>
                    <a:pt x="1077" y="56"/>
                  </a:cubicBezTo>
                  <a:cubicBezTo>
                    <a:pt x="1077" y="19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1833700" y="2688775"/>
              <a:ext cx="69825" cy="3025"/>
            </a:xfrm>
            <a:custGeom>
              <a:avLst/>
              <a:gdLst/>
              <a:ahLst/>
              <a:cxnLst/>
              <a:rect l="l" t="t" r="r" b="b"/>
              <a:pathLst>
                <a:path w="2793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56"/>
                  </a:cubicBezTo>
                  <a:cubicBezTo>
                    <a:pt x="2793" y="28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1917425" y="2688775"/>
              <a:ext cx="26925" cy="3025"/>
            </a:xfrm>
            <a:custGeom>
              <a:avLst/>
              <a:gdLst/>
              <a:ahLst/>
              <a:cxnLst/>
              <a:rect l="l" t="t" r="r" b="b"/>
              <a:pathLst>
                <a:path w="1077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56"/>
                  </a:cubicBezTo>
                  <a:cubicBezTo>
                    <a:pt x="1077" y="28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1960575" y="260575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937" y="112"/>
                  </a:lnTo>
                  <a:cubicBezTo>
                    <a:pt x="965" y="112"/>
                    <a:pt x="993" y="84"/>
                    <a:pt x="993" y="56"/>
                  </a:cubicBezTo>
                  <a:cubicBezTo>
                    <a:pt x="993" y="19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1915350" y="26574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4"/>
                    <a:pt x="2802" y="66"/>
                  </a:cubicBezTo>
                  <a:cubicBezTo>
                    <a:pt x="2802" y="29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1874750" y="26574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4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1833700" y="26574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4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1874750" y="2716825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1833700" y="2716825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1833700" y="2631250"/>
              <a:ext cx="37375" cy="3050"/>
            </a:xfrm>
            <a:custGeom>
              <a:avLst/>
              <a:gdLst/>
              <a:ahLst/>
              <a:cxnLst/>
              <a:rect l="l" t="t" r="r" b="b"/>
              <a:pathLst>
                <a:path w="1495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66"/>
                  </a:cubicBezTo>
                  <a:cubicBezTo>
                    <a:pt x="1494" y="28"/>
                    <a:pt x="1466" y="1"/>
                    <a:pt x="1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1882650" y="2631250"/>
              <a:ext cx="61700" cy="3050"/>
            </a:xfrm>
            <a:custGeom>
              <a:avLst/>
              <a:gdLst/>
              <a:ahLst/>
              <a:cxnLst/>
              <a:rect l="l" t="t" r="r" b="b"/>
              <a:pathLst>
                <a:path w="2468" h="122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66"/>
                  </a:cubicBezTo>
                  <a:cubicBezTo>
                    <a:pt x="2468" y="28"/>
                    <a:pt x="2440" y="1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1960575" y="263125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1833250" y="2744425"/>
              <a:ext cx="61475" cy="3050"/>
            </a:xfrm>
            <a:custGeom>
              <a:avLst/>
              <a:gdLst/>
              <a:ahLst/>
              <a:cxnLst/>
              <a:rect l="l" t="t" r="r" b="b"/>
              <a:pathLst>
                <a:path w="2459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393" y="121"/>
                  </a:lnTo>
                  <a:cubicBezTo>
                    <a:pt x="2431" y="121"/>
                    <a:pt x="2458" y="93"/>
                    <a:pt x="2458" y="66"/>
                  </a:cubicBezTo>
                  <a:cubicBezTo>
                    <a:pt x="2458" y="28"/>
                    <a:pt x="2431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1833250" y="277040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937" y="112"/>
                  </a:lnTo>
                  <a:cubicBezTo>
                    <a:pt x="974" y="112"/>
                    <a:pt x="993" y="93"/>
                    <a:pt x="993" y="56"/>
                  </a:cubicBezTo>
                  <a:cubicBezTo>
                    <a:pt x="993" y="28"/>
                    <a:pt x="974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1630775" y="2920000"/>
              <a:ext cx="550375" cy="380600"/>
            </a:xfrm>
            <a:custGeom>
              <a:avLst/>
              <a:gdLst/>
              <a:ahLst/>
              <a:cxnLst/>
              <a:rect l="l" t="t" r="r" b="b"/>
              <a:pathLst>
                <a:path w="22015" h="15224" extrusionOk="0">
                  <a:moveTo>
                    <a:pt x="576" y="0"/>
                  </a:moveTo>
                  <a:cubicBezTo>
                    <a:pt x="260" y="0"/>
                    <a:pt x="1" y="260"/>
                    <a:pt x="1" y="575"/>
                  </a:cubicBezTo>
                  <a:lnTo>
                    <a:pt x="1" y="15019"/>
                  </a:lnTo>
                  <a:cubicBezTo>
                    <a:pt x="1" y="15130"/>
                    <a:pt x="93" y="15223"/>
                    <a:pt x="205" y="15223"/>
                  </a:cubicBezTo>
                  <a:lnTo>
                    <a:pt x="21810" y="15223"/>
                  </a:lnTo>
                  <a:cubicBezTo>
                    <a:pt x="21921" y="15223"/>
                    <a:pt x="22014" y="15130"/>
                    <a:pt x="22014" y="15019"/>
                  </a:cubicBezTo>
                  <a:lnTo>
                    <a:pt x="22014" y="575"/>
                  </a:lnTo>
                  <a:cubicBezTo>
                    <a:pt x="22014" y="260"/>
                    <a:pt x="21754" y="0"/>
                    <a:pt x="21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1629375" y="2918600"/>
              <a:ext cx="553150" cy="383375"/>
            </a:xfrm>
            <a:custGeom>
              <a:avLst/>
              <a:gdLst/>
              <a:ahLst/>
              <a:cxnLst/>
              <a:rect l="l" t="t" r="r" b="b"/>
              <a:pathLst>
                <a:path w="22126" h="15335" extrusionOk="0">
                  <a:moveTo>
                    <a:pt x="21495" y="121"/>
                  </a:moveTo>
                  <a:cubicBezTo>
                    <a:pt x="21773" y="121"/>
                    <a:pt x="22005" y="344"/>
                    <a:pt x="22005" y="631"/>
                  </a:cubicBezTo>
                  <a:lnTo>
                    <a:pt x="22005" y="15075"/>
                  </a:lnTo>
                  <a:cubicBezTo>
                    <a:pt x="22005" y="15149"/>
                    <a:pt x="21940" y="15214"/>
                    <a:pt x="21866" y="15214"/>
                  </a:cubicBezTo>
                  <a:lnTo>
                    <a:pt x="251" y="15214"/>
                  </a:lnTo>
                  <a:cubicBezTo>
                    <a:pt x="177" y="15214"/>
                    <a:pt x="112" y="15149"/>
                    <a:pt x="112" y="15075"/>
                  </a:cubicBezTo>
                  <a:lnTo>
                    <a:pt x="112" y="631"/>
                  </a:lnTo>
                  <a:cubicBezTo>
                    <a:pt x="112" y="344"/>
                    <a:pt x="344" y="121"/>
                    <a:pt x="632" y="121"/>
                  </a:cubicBezTo>
                  <a:close/>
                  <a:moveTo>
                    <a:pt x="632" y="0"/>
                  </a:moveTo>
                  <a:cubicBezTo>
                    <a:pt x="279" y="0"/>
                    <a:pt x="1" y="288"/>
                    <a:pt x="1" y="631"/>
                  </a:cubicBezTo>
                  <a:lnTo>
                    <a:pt x="1" y="15075"/>
                  </a:lnTo>
                  <a:cubicBezTo>
                    <a:pt x="1" y="15214"/>
                    <a:pt x="112" y="15335"/>
                    <a:pt x="261" y="15335"/>
                  </a:cubicBezTo>
                  <a:lnTo>
                    <a:pt x="21866" y="15335"/>
                  </a:lnTo>
                  <a:cubicBezTo>
                    <a:pt x="22005" y="15335"/>
                    <a:pt x="22126" y="15214"/>
                    <a:pt x="22126" y="15075"/>
                  </a:cubicBezTo>
                  <a:lnTo>
                    <a:pt x="22126" y="631"/>
                  </a:lnTo>
                  <a:cubicBezTo>
                    <a:pt x="22126" y="288"/>
                    <a:pt x="21838" y="0"/>
                    <a:pt x="21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1670900" y="2956625"/>
              <a:ext cx="469875" cy="307325"/>
            </a:xfrm>
            <a:custGeom>
              <a:avLst/>
              <a:gdLst/>
              <a:ahLst/>
              <a:cxnLst/>
              <a:rect l="l" t="t" r="r" b="b"/>
              <a:pathLst>
                <a:path w="18795" h="12293" extrusionOk="0">
                  <a:moveTo>
                    <a:pt x="0" y="1"/>
                  </a:moveTo>
                  <a:lnTo>
                    <a:pt x="0" y="12292"/>
                  </a:lnTo>
                  <a:lnTo>
                    <a:pt x="18795" y="12292"/>
                  </a:lnTo>
                  <a:lnTo>
                    <a:pt x="187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1669500" y="2955000"/>
              <a:ext cx="472675" cy="310325"/>
            </a:xfrm>
            <a:custGeom>
              <a:avLst/>
              <a:gdLst/>
              <a:ahLst/>
              <a:cxnLst/>
              <a:rect l="l" t="t" r="r" b="b"/>
              <a:pathLst>
                <a:path w="18907" h="12413" extrusionOk="0">
                  <a:moveTo>
                    <a:pt x="18795" y="121"/>
                  </a:moveTo>
                  <a:lnTo>
                    <a:pt x="18795" y="12302"/>
                  </a:lnTo>
                  <a:lnTo>
                    <a:pt x="121" y="12302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2357"/>
                  </a:lnTo>
                  <a:cubicBezTo>
                    <a:pt x="1" y="12394"/>
                    <a:pt x="29" y="12413"/>
                    <a:pt x="56" y="12413"/>
                  </a:cubicBezTo>
                  <a:lnTo>
                    <a:pt x="18851" y="12413"/>
                  </a:lnTo>
                  <a:cubicBezTo>
                    <a:pt x="18888" y="12413"/>
                    <a:pt x="18907" y="12394"/>
                    <a:pt x="18907" y="12357"/>
                  </a:cubicBezTo>
                  <a:lnTo>
                    <a:pt x="18907" y="66"/>
                  </a:lnTo>
                  <a:cubicBezTo>
                    <a:pt x="18907" y="29"/>
                    <a:pt x="18879" y="1"/>
                    <a:pt x="18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1900275" y="2932975"/>
              <a:ext cx="11375" cy="1140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223" y="121"/>
                  </a:moveTo>
                  <a:cubicBezTo>
                    <a:pt x="288" y="121"/>
                    <a:pt x="334" y="168"/>
                    <a:pt x="334" y="232"/>
                  </a:cubicBezTo>
                  <a:cubicBezTo>
                    <a:pt x="334" y="288"/>
                    <a:pt x="288" y="344"/>
                    <a:pt x="223" y="344"/>
                  </a:cubicBezTo>
                  <a:cubicBezTo>
                    <a:pt x="167" y="344"/>
                    <a:pt x="111" y="288"/>
                    <a:pt x="111" y="232"/>
                  </a:cubicBezTo>
                  <a:cubicBezTo>
                    <a:pt x="111" y="168"/>
                    <a:pt x="167" y="121"/>
                    <a:pt x="223" y="121"/>
                  </a:cubicBezTo>
                  <a:close/>
                  <a:moveTo>
                    <a:pt x="223" y="1"/>
                  </a:moveTo>
                  <a:cubicBezTo>
                    <a:pt x="102" y="1"/>
                    <a:pt x="0" y="103"/>
                    <a:pt x="0" y="232"/>
                  </a:cubicBezTo>
                  <a:cubicBezTo>
                    <a:pt x="0" y="353"/>
                    <a:pt x="102" y="455"/>
                    <a:pt x="223" y="455"/>
                  </a:cubicBezTo>
                  <a:cubicBezTo>
                    <a:pt x="353" y="455"/>
                    <a:pt x="455" y="353"/>
                    <a:pt x="455" y="232"/>
                  </a:cubicBezTo>
                  <a:cubicBezTo>
                    <a:pt x="455" y="103"/>
                    <a:pt x="353" y="1"/>
                    <a:pt x="2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1540800" y="3297550"/>
              <a:ext cx="730325" cy="49200"/>
            </a:xfrm>
            <a:custGeom>
              <a:avLst/>
              <a:gdLst/>
              <a:ahLst/>
              <a:cxnLst/>
              <a:rect l="l" t="t" r="r" b="b"/>
              <a:pathLst>
                <a:path w="29213" h="1968" extrusionOk="0">
                  <a:moveTo>
                    <a:pt x="0" y="0"/>
                  </a:moveTo>
                  <a:lnTo>
                    <a:pt x="0" y="1206"/>
                  </a:lnTo>
                  <a:cubicBezTo>
                    <a:pt x="0" y="1624"/>
                    <a:pt x="343" y="1967"/>
                    <a:pt x="761" y="1967"/>
                  </a:cubicBezTo>
                  <a:lnTo>
                    <a:pt x="28443" y="1967"/>
                  </a:lnTo>
                  <a:cubicBezTo>
                    <a:pt x="28869" y="1967"/>
                    <a:pt x="29213" y="1624"/>
                    <a:pt x="29213" y="1206"/>
                  </a:cubicBezTo>
                  <a:lnTo>
                    <a:pt x="292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1539175" y="3296150"/>
              <a:ext cx="733350" cy="52225"/>
            </a:xfrm>
            <a:custGeom>
              <a:avLst/>
              <a:gdLst/>
              <a:ahLst/>
              <a:cxnLst/>
              <a:rect l="l" t="t" r="r" b="b"/>
              <a:pathLst>
                <a:path w="29334" h="2089" extrusionOk="0">
                  <a:moveTo>
                    <a:pt x="29222" y="112"/>
                  </a:moveTo>
                  <a:lnTo>
                    <a:pt x="29222" y="1262"/>
                  </a:lnTo>
                  <a:cubicBezTo>
                    <a:pt x="29222" y="1652"/>
                    <a:pt x="28897" y="1967"/>
                    <a:pt x="28508" y="1967"/>
                  </a:cubicBezTo>
                  <a:lnTo>
                    <a:pt x="826" y="1967"/>
                  </a:lnTo>
                  <a:cubicBezTo>
                    <a:pt x="436" y="1967"/>
                    <a:pt x="121" y="1652"/>
                    <a:pt x="121" y="1262"/>
                  </a:cubicBezTo>
                  <a:lnTo>
                    <a:pt x="121" y="112"/>
                  </a:lnTo>
                  <a:close/>
                  <a:moveTo>
                    <a:pt x="65" y="1"/>
                  </a:moveTo>
                  <a:cubicBezTo>
                    <a:pt x="28" y="1"/>
                    <a:pt x="0" y="29"/>
                    <a:pt x="0" y="56"/>
                  </a:cubicBezTo>
                  <a:lnTo>
                    <a:pt x="0" y="1262"/>
                  </a:lnTo>
                  <a:cubicBezTo>
                    <a:pt x="0" y="1717"/>
                    <a:pt x="371" y="2088"/>
                    <a:pt x="826" y="2088"/>
                  </a:cubicBezTo>
                  <a:lnTo>
                    <a:pt x="28508" y="2088"/>
                  </a:lnTo>
                  <a:cubicBezTo>
                    <a:pt x="28962" y="2088"/>
                    <a:pt x="29333" y="1717"/>
                    <a:pt x="29333" y="1262"/>
                  </a:cubicBezTo>
                  <a:lnTo>
                    <a:pt x="29333" y="56"/>
                  </a:lnTo>
                  <a:cubicBezTo>
                    <a:pt x="29333" y="29"/>
                    <a:pt x="29305" y="1"/>
                    <a:pt x="29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1546350" y="3333725"/>
              <a:ext cx="719200" cy="3050"/>
            </a:xfrm>
            <a:custGeom>
              <a:avLst/>
              <a:gdLst/>
              <a:ahLst/>
              <a:cxnLst/>
              <a:rect l="l" t="t" r="r" b="b"/>
              <a:pathLst>
                <a:path w="28768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8712" y="121"/>
                  </a:lnTo>
                  <a:cubicBezTo>
                    <a:pt x="28740" y="121"/>
                    <a:pt x="28768" y="93"/>
                    <a:pt x="28768" y="66"/>
                  </a:cubicBezTo>
                  <a:cubicBezTo>
                    <a:pt x="28768" y="28"/>
                    <a:pt x="28740" y="1"/>
                    <a:pt x="28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1836250" y="3300575"/>
              <a:ext cx="139400" cy="15550"/>
            </a:xfrm>
            <a:custGeom>
              <a:avLst/>
              <a:gdLst/>
              <a:ahLst/>
              <a:cxnLst/>
              <a:rect l="l" t="t" r="r" b="b"/>
              <a:pathLst>
                <a:path w="5576" h="622" extrusionOk="0">
                  <a:moveTo>
                    <a:pt x="1" y="0"/>
                  </a:moveTo>
                  <a:lnTo>
                    <a:pt x="1" y="622"/>
                  </a:lnTo>
                  <a:lnTo>
                    <a:pt x="5576" y="622"/>
                  </a:lnTo>
                  <a:lnTo>
                    <a:pt x="55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1834875" y="3299175"/>
              <a:ext cx="142175" cy="18350"/>
            </a:xfrm>
            <a:custGeom>
              <a:avLst/>
              <a:gdLst/>
              <a:ahLst/>
              <a:cxnLst/>
              <a:rect l="l" t="t" r="r" b="b"/>
              <a:pathLst>
                <a:path w="5687" h="734" extrusionOk="0">
                  <a:moveTo>
                    <a:pt x="5566" y="121"/>
                  </a:moveTo>
                  <a:lnTo>
                    <a:pt x="5566" y="613"/>
                  </a:lnTo>
                  <a:lnTo>
                    <a:pt x="111" y="613"/>
                  </a:lnTo>
                  <a:lnTo>
                    <a:pt x="111" y="121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678"/>
                  </a:lnTo>
                  <a:cubicBezTo>
                    <a:pt x="0" y="705"/>
                    <a:pt x="19" y="733"/>
                    <a:pt x="56" y="733"/>
                  </a:cubicBezTo>
                  <a:lnTo>
                    <a:pt x="5631" y="733"/>
                  </a:lnTo>
                  <a:cubicBezTo>
                    <a:pt x="5659" y="733"/>
                    <a:pt x="5687" y="705"/>
                    <a:pt x="5687" y="678"/>
                  </a:cubicBezTo>
                  <a:lnTo>
                    <a:pt x="5687" y="56"/>
                  </a:lnTo>
                  <a:cubicBezTo>
                    <a:pt x="5687" y="28"/>
                    <a:pt x="5659" y="0"/>
                    <a:pt x="5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1743950" y="3008825"/>
              <a:ext cx="294325" cy="215000"/>
            </a:xfrm>
            <a:custGeom>
              <a:avLst/>
              <a:gdLst/>
              <a:ahLst/>
              <a:cxnLst/>
              <a:rect l="l" t="t" r="r" b="b"/>
              <a:pathLst>
                <a:path w="11773" h="8600" extrusionOk="0">
                  <a:moveTo>
                    <a:pt x="223" y="0"/>
                  </a:moveTo>
                  <a:cubicBezTo>
                    <a:pt x="103" y="0"/>
                    <a:pt x="1" y="102"/>
                    <a:pt x="1" y="223"/>
                  </a:cubicBezTo>
                  <a:lnTo>
                    <a:pt x="1" y="8377"/>
                  </a:lnTo>
                  <a:cubicBezTo>
                    <a:pt x="1" y="8497"/>
                    <a:pt x="103" y="8599"/>
                    <a:pt x="223" y="8599"/>
                  </a:cubicBezTo>
                  <a:lnTo>
                    <a:pt x="11559" y="8599"/>
                  </a:lnTo>
                  <a:cubicBezTo>
                    <a:pt x="11680" y="8599"/>
                    <a:pt x="11773" y="8497"/>
                    <a:pt x="11773" y="8377"/>
                  </a:cubicBezTo>
                  <a:lnTo>
                    <a:pt x="11773" y="223"/>
                  </a:lnTo>
                  <a:cubicBezTo>
                    <a:pt x="11773" y="102"/>
                    <a:pt x="11680" y="0"/>
                    <a:pt x="115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1760425" y="2992575"/>
              <a:ext cx="294325" cy="36200"/>
            </a:xfrm>
            <a:custGeom>
              <a:avLst/>
              <a:gdLst/>
              <a:ahLst/>
              <a:cxnLst/>
              <a:rect l="l" t="t" r="r" b="b"/>
              <a:pathLst>
                <a:path w="11773" h="1448" extrusionOk="0">
                  <a:moveTo>
                    <a:pt x="269" y="1"/>
                  </a:moveTo>
                  <a:cubicBezTo>
                    <a:pt x="121" y="1"/>
                    <a:pt x="0" y="121"/>
                    <a:pt x="0" y="260"/>
                  </a:cubicBezTo>
                  <a:lnTo>
                    <a:pt x="0" y="1448"/>
                  </a:lnTo>
                  <a:lnTo>
                    <a:pt x="11772" y="1448"/>
                  </a:lnTo>
                  <a:lnTo>
                    <a:pt x="11772" y="344"/>
                  </a:lnTo>
                  <a:cubicBezTo>
                    <a:pt x="11772" y="158"/>
                    <a:pt x="11624" y="1"/>
                    <a:pt x="11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1759025" y="2991175"/>
              <a:ext cx="297350" cy="39000"/>
            </a:xfrm>
            <a:custGeom>
              <a:avLst/>
              <a:gdLst/>
              <a:ahLst/>
              <a:cxnLst/>
              <a:rect l="l" t="t" r="r" b="b"/>
              <a:pathLst>
                <a:path w="11894" h="1560" extrusionOk="0">
                  <a:moveTo>
                    <a:pt x="11494" y="112"/>
                  </a:moveTo>
                  <a:cubicBezTo>
                    <a:pt x="11643" y="112"/>
                    <a:pt x="11773" y="242"/>
                    <a:pt x="11773" y="400"/>
                  </a:cubicBezTo>
                  <a:lnTo>
                    <a:pt x="11773" y="1448"/>
                  </a:lnTo>
                  <a:lnTo>
                    <a:pt x="112" y="1448"/>
                  </a:lnTo>
                  <a:lnTo>
                    <a:pt x="112" y="316"/>
                  </a:lnTo>
                  <a:cubicBezTo>
                    <a:pt x="112" y="205"/>
                    <a:pt x="205" y="112"/>
                    <a:pt x="325" y="112"/>
                  </a:cubicBezTo>
                  <a:close/>
                  <a:moveTo>
                    <a:pt x="316" y="1"/>
                  </a:moveTo>
                  <a:cubicBezTo>
                    <a:pt x="140" y="1"/>
                    <a:pt x="1" y="140"/>
                    <a:pt x="1" y="326"/>
                  </a:cubicBezTo>
                  <a:lnTo>
                    <a:pt x="1" y="1559"/>
                  </a:lnTo>
                  <a:lnTo>
                    <a:pt x="11893" y="1559"/>
                  </a:lnTo>
                  <a:lnTo>
                    <a:pt x="11893" y="400"/>
                  </a:lnTo>
                  <a:cubicBezTo>
                    <a:pt x="11893" y="177"/>
                    <a:pt x="11708" y="1"/>
                    <a:pt x="11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1793350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95" y="446"/>
                    <a:pt x="121" y="371"/>
                    <a:pt x="121" y="279"/>
                  </a:cubicBezTo>
                  <a:cubicBezTo>
                    <a:pt x="121" y="195"/>
                    <a:pt x="195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0" y="0"/>
                    <a:pt x="1" y="130"/>
                    <a:pt x="1" y="279"/>
                  </a:cubicBezTo>
                  <a:cubicBezTo>
                    <a:pt x="1" y="436"/>
                    <a:pt x="130" y="566"/>
                    <a:pt x="279" y="566"/>
                  </a:cubicBezTo>
                  <a:cubicBezTo>
                    <a:pt x="437" y="566"/>
                    <a:pt x="566" y="436"/>
                    <a:pt x="566" y="279"/>
                  </a:cubicBezTo>
                  <a:cubicBezTo>
                    <a:pt x="566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1815150" y="3003250"/>
              <a:ext cx="13950" cy="14175"/>
            </a:xfrm>
            <a:custGeom>
              <a:avLst/>
              <a:gdLst/>
              <a:ahLst/>
              <a:cxnLst/>
              <a:rect l="l" t="t" r="r" b="b"/>
              <a:pathLst>
                <a:path w="558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86" y="446"/>
                    <a:pt x="112" y="371"/>
                    <a:pt x="112" y="279"/>
                  </a:cubicBezTo>
                  <a:cubicBezTo>
                    <a:pt x="112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36"/>
                    <a:pt x="121" y="566"/>
                    <a:pt x="279" y="566"/>
                  </a:cubicBezTo>
                  <a:cubicBezTo>
                    <a:pt x="437" y="566"/>
                    <a:pt x="557" y="436"/>
                    <a:pt x="557" y="279"/>
                  </a:cubicBezTo>
                  <a:cubicBezTo>
                    <a:pt x="557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1771775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88" y="446"/>
                  </a:cubicBezTo>
                  <a:cubicBezTo>
                    <a:pt x="196" y="446"/>
                    <a:pt x="121" y="371"/>
                    <a:pt x="121" y="279"/>
                  </a:cubicBezTo>
                  <a:cubicBezTo>
                    <a:pt x="121" y="195"/>
                    <a:pt x="196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1" y="0"/>
                    <a:pt x="1" y="130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37" y="566"/>
                    <a:pt x="567" y="436"/>
                    <a:pt x="567" y="279"/>
                  </a:cubicBezTo>
                  <a:cubicBezTo>
                    <a:pt x="567" y="130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1760175" y="3028750"/>
              <a:ext cx="294575" cy="177225"/>
            </a:xfrm>
            <a:custGeom>
              <a:avLst/>
              <a:gdLst/>
              <a:ahLst/>
              <a:cxnLst/>
              <a:rect l="l" t="t" r="r" b="b"/>
              <a:pathLst>
                <a:path w="11783" h="7089" extrusionOk="0">
                  <a:moveTo>
                    <a:pt x="47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051"/>
                  </a:lnTo>
                  <a:cubicBezTo>
                    <a:pt x="1" y="7070"/>
                    <a:pt x="19" y="7088"/>
                    <a:pt x="47" y="7088"/>
                  </a:cubicBezTo>
                  <a:lnTo>
                    <a:pt x="11745" y="7088"/>
                  </a:lnTo>
                  <a:cubicBezTo>
                    <a:pt x="11764" y="7088"/>
                    <a:pt x="11782" y="7070"/>
                    <a:pt x="11782" y="7051"/>
                  </a:cubicBezTo>
                  <a:lnTo>
                    <a:pt x="11782" y="38"/>
                  </a:lnTo>
                  <a:cubicBezTo>
                    <a:pt x="11782" y="19"/>
                    <a:pt x="11764" y="1"/>
                    <a:pt x="117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1758800" y="3027375"/>
              <a:ext cx="297325" cy="179975"/>
            </a:xfrm>
            <a:custGeom>
              <a:avLst/>
              <a:gdLst/>
              <a:ahLst/>
              <a:cxnLst/>
              <a:rect l="l" t="t" r="r" b="b"/>
              <a:pathLst>
                <a:path w="11893" h="7199" extrusionOk="0">
                  <a:moveTo>
                    <a:pt x="11782" y="111"/>
                  </a:moveTo>
                  <a:lnTo>
                    <a:pt x="11782" y="7087"/>
                  </a:lnTo>
                  <a:lnTo>
                    <a:pt x="121" y="7087"/>
                  </a:lnTo>
                  <a:lnTo>
                    <a:pt x="121" y="111"/>
                  </a:lnTo>
                  <a:close/>
                  <a:moveTo>
                    <a:pt x="102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7106"/>
                  </a:lnTo>
                  <a:cubicBezTo>
                    <a:pt x="0" y="7162"/>
                    <a:pt x="47" y="7199"/>
                    <a:pt x="102" y="7199"/>
                  </a:cubicBezTo>
                  <a:lnTo>
                    <a:pt x="11800" y="7199"/>
                  </a:lnTo>
                  <a:cubicBezTo>
                    <a:pt x="11856" y="7199"/>
                    <a:pt x="11893" y="7162"/>
                    <a:pt x="11893" y="7106"/>
                  </a:cubicBezTo>
                  <a:lnTo>
                    <a:pt x="11893" y="93"/>
                  </a:lnTo>
                  <a:cubicBezTo>
                    <a:pt x="11893" y="47"/>
                    <a:pt x="11856" y="0"/>
                    <a:pt x="11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1961950" y="3064475"/>
              <a:ext cx="65200" cy="100675"/>
            </a:xfrm>
            <a:custGeom>
              <a:avLst/>
              <a:gdLst/>
              <a:ahLst/>
              <a:cxnLst/>
              <a:rect l="l" t="t" r="r" b="b"/>
              <a:pathLst>
                <a:path w="2608" h="4027" extrusionOk="0">
                  <a:moveTo>
                    <a:pt x="19" y="0"/>
                  </a:moveTo>
                  <a:cubicBezTo>
                    <a:pt x="10" y="0"/>
                    <a:pt x="1" y="10"/>
                    <a:pt x="1" y="28"/>
                  </a:cubicBezTo>
                  <a:lnTo>
                    <a:pt x="1" y="4008"/>
                  </a:lnTo>
                  <a:cubicBezTo>
                    <a:pt x="1" y="4017"/>
                    <a:pt x="10" y="4026"/>
                    <a:pt x="19" y="4026"/>
                  </a:cubicBezTo>
                  <a:lnTo>
                    <a:pt x="2589" y="4026"/>
                  </a:lnTo>
                  <a:cubicBezTo>
                    <a:pt x="2598" y="4026"/>
                    <a:pt x="2607" y="4017"/>
                    <a:pt x="2607" y="4008"/>
                  </a:cubicBezTo>
                  <a:lnTo>
                    <a:pt x="2607" y="28"/>
                  </a:lnTo>
                  <a:cubicBezTo>
                    <a:pt x="2607" y="10"/>
                    <a:pt x="2598" y="0"/>
                    <a:pt x="2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1960575" y="3063075"/>
              <a:ext cx="67975" cy="103475"/>
            </a:xfrm>
            <a:custGeom>
              <a:avLst/>
              <a:gdLst/>
              <a:ahLst/>
              <a:cxnLst/>
              <a:rect l="l" t="t" r="r" b="b"/>
              <a:pathLst>
                <a:path w="2719" h="4139" extrusionOk="0">
                  <a:moveTo>
                    <a:pt x="2597" y="121"/>
                  </a:moveTo>
                  <a:lnTo>
                    <a:pt x="2597" y="4018"/>
                  </a:lnTo>
                  <a:lnTo>
                    <a:pt x="111" y="4018"/>
                  </a:lnTo>
                  <a:lnTo>
                    <a:pt x="111" y="121"/>
                  </a:lnTo>
                  <a:close/>
                  <a:moveTo>
                    <a:pt x="74" y="1"/>
                  </a:moveTo>
                  <a:cubicBezTo>
                    <a:pt x="37" y="1"/>
                    <a:pt x="0" y="38"/>
                    <a:pt x="0" y="84"/>
                  </a:cubicBezTo>
                  <a:lnTo>
                    <a:pt x="0" y="4064"/>
                  </a:lnTo>
                  <a:cubicBezTo>
                    <a:pt x="0" y="4101"/>
                    <a:pt x="37" y="4138"/>
                    <a:pt x="74" y="4138"/>
                  </a:cubicBezTo>
                  <a:lnTo>
                    <a:pt x="2644" y="4138"/>
                  </a:lnTo>
                  <a:cubicBezTo>
                    <a:pt x="2681" y="4138"/>
                    <a:pt x="2718" y="4101"/>
                    <a:pt x="2718" y="4064"/>
                  </a:cubicBezTo>
                  <a:lnTo>
                    <a:pt x="2718" y="84"/>
                  </a:lnTo>
                  <a:cubicBezTo>
                    <a:pt x="2718" y="38"/>
                    <a:pt x="2681" y="1"/>
                    <a:pt x="26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1963575" y="3066550"/>
              <a:ext cx="62875" cy="97200"/>
            </a:xfrm>
            <a:custGeom>
              <a:avLst/>
              <a:gdLst/>
              <a:ahLst/>
              <a:cxnLst/>
              <a:rect l="l" t="t" r="r" b="b"/>
              <a:pathLst>
                <a:path w="2515" h="3888" extrusionOk="0">
                  <a:moveTo>
                    <a:pt x="1" y="1"/>
                  </a:moveTo>
                  <a:lnTo>
                    <a:pt x="2515" y="388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1961950" y="3065075"/>
              <a:ext cx="66125" cy="100075"/>
            </a:xfrm>
            <a:custGeom>
              <a:avLst/>
              <a:gdLst/>
              <a:ahLst/>
              <a:cxnLst/>
              <a:rect l="l" t="t" r="r" b="b"/>
              <a:pathLst>
                <a:path w="2645" h="4003" extrusionOk="0">
                  <a:moveTo>
                    <a:pt x="60" y="1"/>
                  </a:moveTo>
                  <a:cubicBezTo>
                    <a:pt x="53" y="1"/>
                    <a:pt x="45" y="2"/>
                    <a:pt x="38" y="4"/>
                  </a:cubicBezTo>
                  <a:cubicBezTo>
                    <a:pt x="10" y="23"/>
                    <a:pt x="1" y="60"/>
                    <a:pt x="19" y="88"/>
                  </a:cubicBezTo>
                  <a:lnTo>
                    <a:pt x="2533" y="3984"/>
                  </a:lnTo>
                  <a:cubicBezTo>
                    <a:pt x="2542" y="3993"/>
                    <a:pt x="2561" y="4002"/>
                    <a:pt x="2580" y="4002"/>
                  </a:cubicBezTo>
                  <a:cubicBezTo>
                    <a:pt x="2589" y="4002"/>
                    <a:pt x="2598" y="4002"/>
                    <a:pt x="2607" y="3993"/>
                  </a:cubicBezTo>
                  <a:cubicBezTo>
                    <a:pt x="2635" y="3984"/>
                    <a:pt x="2645" y="3947"/>
                    <a:pt x="2626" y="3919"/>
                  </a:cubicBezTo>
                  <a:lnTo>
                    <a:pt x="112" y="23"/>
                  </a:lnTo>
                  <a:cubicBezTo>
                    <a:pt x="98" y="9"/>
                    <a:pt x="80" y="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1962425" y="3066100"/>
              <a:ext cx="62625" cy="99050"/>
            </a:xfrm>
            <a:custGeom>
              <a:avLst/>
              <a:gdLst/>
              <a:ahLst/>
              <a:cxnLst/>
              <a:rect l="l" t="t" r="r" b="b"/>
              <a:pathLst>
                <a:path w="2505" h="3962" extrusionOk="0">
                  <a:moveTo>
                    <a:pt x="2505" y="0"/>
                  </a:moveTo>
                  <a:lnTo>
                    <a:pt x="0" y="39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1960800" y="3064700"/>
              <a:ext cx="66125" cy="101850"/>
            </a:xfrm>
            <a:custGeom>
              <a:avLst/>
              <a:gdLst/>
              <a:ahLst/>
              <a:cxnLst/>
              <a:rect l="l" t="t" r="r" b="b"/>
              <a:pathLst>
                <a:path w="2645" h="4074" extrusionOk="0">
                  <a:moveTo>
                    <a:pt x="2575" y="0"/>
                  </a:moveTo>
                  <a:cubicBezTo>
                    <a:pt x="2555" y="0"/>
                    <a:pt x="2536" y="11"/>
                    <a:pt x="2524" y="29"/>
                  </a:cubicBezTo>
                  <a:lnTo>
                    <a:pt x="19" y="3980"/>
                  </a:lnTo>
                  <a:cubicBezTo>
                    <a:pt x="0" y="4008"/>
                    <a:pt x="10" y="4045"/>
                    <a:pt x="37" y="4064"/>
                  </a:cubicBezTo>
                  <a:cubicBezTo>
                    <a:pt x="47" y="4073"/>
                    <a:pt x="56" y="4073"/>
                    <a:pt x="65" y="4073"/>
                  </a:cubicBezTo>
                  <a:cubicBezTo>
                    <a:pt x="84" y="4073"/>
                    <a:pt x="102" y="4064"/>
                    <a:pt x="121" y="4045"/>
                  </a:cubicBezTo>
                  <a:lnTo>
                    <a:pt x="2626" y="93"/>
                  </a:lnTo>
                  <a:cubicBezTo>
                    <a:pt x="2644" y="66"/>
                    <a:pt x="2635" y="29"/>
                    <a:pt x="2607" y="10"/>
                  </a:cubicBezTo>
                  <a:cubicBezTo>
                    <a:pt x="2597" y="3"/>
                    <a:pt x="2586" y="0"/>
                    <a:pt x="2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1797750" y="3070275"/>
              <a:ext cx="138475" cy="3025"/>
            </a:xfrm>
            <a:custGeom>
              <a:avLst/>
              <a:gdLst/>
              <a:ahLst/>
              <a:cxnLst/>
              <a:rect l="l" t="t" r="r" b="b"/>
              <a:pathLst>
                <a:path w="5539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483" y="121"/>
                  </a:lnTo>
                  <a:cubicBezTo>
                    <a:pt x="5511" y="121"/>
                    <a:pt x="5539" y="93"/>
                    <a:pt x="5539" y="56"/>
                  </a:cubicBezTo>
                  <a:cubicBezTo>
                    <a:pt x="5539" y="28"/>
                    <a:pt x="5511" y="0"/>
                    <a:pt x="5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1798000" y="3090900"/>
              <a:ext cx="50350" cy="2825"/>
            </a:xfrm>
            <a:custGeom>
              <a:avLst/>
              <a:gdLst/>
              <a:ahLst/>
              <a:cxnLst/>
              <a:rect l="l" t="t" r="r" b="b"/>
              <a:pathLst>
                <a:path w="201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1957" y="112"/>
                  </a:lnTo>
                  <a:cubicBezTo>
                    <a:pt x="1985" y="112"/>
                    <a:pt x="2013" y="94"/>
                    <a:pt x="2013" y="57"/>
                  </a:cubicBezTo>
                  <a:cubicBezTo>
                    <a:pt x="2013" y="29"/>
                    <a:pt x="1995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1865025" y="3090900"/>
              <a:ext cx="60775" cy="2825"/>
            </a:xfrm>
            <a:custGeom>
              <a:avLst/>
              <a:gdLst/>
              <a:ahLst/>
              <a:cxnLst/>
              <a:rect l="l" t="t" r="r" b="b"/>
              <a:pathLst>
                <a:path w="2431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2375" y="112"/>
                  </a:lnTo>
                  <a:cubicBezTo>
                    <a:pt x="2403" y="112"/>
                    <a:pt x="2431" y="94"/>
                    <a:pt x="2431" y="57"/>
                  </a:cubicBezTo>
                  <a:cubicBezTo>
                    <a:pt x="2431" y="29"/>
                    <a:pt x="2403" y="1"/>
                    <a:pt x="2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1798000" y="3153300"/>
              <a:ext cx="89775" cy="2800"/>
            </a:xfrm>
            <a:custGeom>
              <a:avLst/>
              <a:gdLst/>
              <a:ahLst/>
              <a:cxnLst/>
              <a:rect l="l" t="t" r="r" b="b"/>
              <a:pathLst>
                <a:path w="3591" h="11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12"/>
                    <a:pt x="56" y="112"/>
                  </a:cubicBezTo>
                  <a:lnTo>
                    <a:pt x="3525" y="112"/>
                  </a:lnTo>
                  <a:cubicBezTo>
                    <a:pt x="3562" y="112"/>
                    <a:pt x="3590" y="93"/>
                    <a:pt x="3590" y="56"/>
                  </a:cubicBezTo>
                  <a:cubicBezTo>
                    <a:pt x="3590" y="28"/>
                    <a:pt x="3562" y="0"/>
                    <a:pt x="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1797750" y="3112475"/>
              <a:ext cx="139650" cy="3050"/>
            </a:xfrm>
            <a:custGeom>
              <a:avLst/>
              <a:gdLst/>
              <a:ahLst/>
              <a:cxnLst/>
              <a:rect l="l" t="t" r="r" b="b"/>
              <a:pathLst>
                <a:path w="5586" h="122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530" y="121"/>
                  </a:lnTo>
                  <a:cubicBezTo>
                    <a:pt x="5567" y="121"/>
                    <a:pt x="5585" y="93"/>
                    <a:pt x="5585" y="56"/>
                  </a:cubicBezTo>
                  <a:cubicBezTo>
                    <a:pt x="5585" y="29"/>
                    <a:pt x="5567" y="1"/>
                    <a:pt x="55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1798000" y="3133125"/>
              <a:ext cx="46175" cy="2800"/>
            </a:xfrm>
            <a:custGeom>
              <a:avLst/>
              <a:gdLst/>
              <a:ahLst/>
              <a:cxnLst/>
              <a:rect l="l" t="t" r="r" b="b"/>
              <a:pathLst>
                <a:path w="1847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1790" y="112"/>
                  </a:lnTo>
                  <a:cubicBezTo>
                    <a:pt x="1818" y="112"/>
                    <a:pt x="1846" y="84"/>
                    <a:pt x="1846" y="56"/>
                  </a:cubicBezTo>
                  <a:cubicBezTo>
                    <a:pt x="1846" y="19"/>
                    <a:pt x="1818" y="0"/>
                    <a:pt x="1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1854575" y="3133125"/>
              <a:ext cx="81650" cy="2800"/>
            </a:xfrm>
            <a:custGeom>
              <a:avLst/>
              <a:gdLst/>
              <a:ahLst/>
              <a:cxnLst/>
              <a:rect l="l" t="t" r="r" b="b"/>
              <a:pathLst>
                <a:path w="3266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210" y="112"/>
                  </a:lnTo>
                  <a:cubicBezTo>
                    <a:pt x="3238" y="112"/>
                    <a:pt x="3266" y="84"/>
                    <a:pt x="3266" y="56"/>
                  </a:cubicBezTo>
                  <a:cubicBezTo>
                    <a:pt x="3266" y="19"/>
                    <a:pt x="3238" y="0"/>
                    <a:pt x="3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1869425" y="3103200"/>
              <a:ext cx="725" cy="8375"/>
            </a:xfrm>
            <a:custGeom>
              <a:avLst/>
              <a:gdLst/>
              <a:ahLst/>
              <a:cxnLst/>
              <a:rect l="l" t="t" r="r" b="b"/>
              <a:pathLst>
                <a:path w="29" h="335" extrusionOk="0">
                  <a:moveTo>
                    <a:pt x="19" y="335"/>
                  </a:moveTo>
                  <a:cubicBezTo>
                    <a:pt x="28" y="223"/>
                    <a:pt x="19" y="112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19" y="112"/>
                    <a:pt x="28" y="223"/>
                    <a:pt x="19" y="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2089275" y="2890075"/>
              <a:ext cx="172800" cy="172100"/>
            </a:xfrm>
            <a:custGeom>
              <a:avLst/>
              <a:gdLst/>
              <a:ahLst/>
              <a:cxnLst/>
              <a:rect l="l" t="t" r="r" b="b"/>
              <a:pathLst>
                <a:path w="6912" h="6884" extrusionOk="0">
                  <a:moveTo>
                    <a:pt x="6448" y="1568"/>
                  </a:moveTo>
                  <a:cubicBezTo>
                    <a:pt x="4259" y="1485"/>
                    <a:pt x="3563" y="204"/>
                    <a:pt x="3461" y="0"/>
                  </a:cubicBezTo>
                  <a:lnTo>
                    <a:pt x="3442" y="0"/>
                  </a:lnTo>
                  <a:cubicBezTo>
                    <a:pt x="3349" y="204"/>
                    <a:pt x="2654" y="1485"/>
                    <a:pt x="464" y="1568"/>
                  </a:cubicBezTo>
                  <a:cubicBezTo>
                    <a:pt x="464" y="1568"/>
                    <a:pt x="1" y="6077"/>
                    <a:pt x="3387" y="6884"/>
                  </a:cubicBezTo>
                  <a:lnTo>
                    <a:pt x="3516" y="6884"/>
                  </a:lnTo>
                  <a:cubicBezTo>
                    <a:pt x="6912" y="6077"/>
                    <a:pt x="6448" y="1568"/>
                    <a:pt x="6448" y="1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2083250" y="2879400"/>
              <a:ext cx="173025" cy="172350"/>
            </a:xfrm>
            <a:custGeom>
              <a:avLst/>
              <a:gdLst/>
              <a:ahLst/>
              <a:cxnLst/>
              <a:rect l="l" t="t" r="r" b="b"/>
              <a:pathLst>
                <a:path w="6921" h="6894" extrusionOk="0">
                  <a:moveTo>
                    <a:pt x="3451" y="1"/>
                  </a:moveTo>
                  <a:cubicBezTo>
                    <a:pt x="3349" y="205"/>
                    <a:pt x="2654" y="1485"/>
                    <a:pt x="464" y="1568"/>
                  </a:cubicBezTo>
                  <a:cubicBezTo>
                    <a:pt x="464" y="1568"/>
                    <a:pt x="0" y="6086"/>
                    <a:pt x="3396" y="6893"/>
                  </a:cubicBezTo>
                  <a:lnTo>
                    <a:pt x="3526" y="6893"/>
                  </a:lnTo>
                  <a:cubicBezTo>
                    <a:pt x="6921" y="6086"/>
                    <a:pt x="6457" y="1568"/>
                    <a:pt x="6457" y="1568"/>
                  </a:cubicBezTo>
                  <a:cubicBezTo>
                    <a:pt x="4258" y="1485"/>
                    <a:pt x="3563" y="205"/>
                    <a:pt x="34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2082550" y="2877775"/>
              <a:ext cx="174200" cy="175600"/>
            </a:xfrm>
            <a:custGeom>
              <a:avLst/>
              <a:gdLst/>
              <a:ahLst/>
              <a:cxnLst/>
              <a:rect l="l" t="t" r="r" b="b"/>
              <a:pathLst>
                <a:path w="6968" h="7024" extrusionOk="0">
                  <a:moveTo>
                    <a:pt x="3489" y="177"/>
                  </a:moveTo>
                  <a:cubicBezTo>
                    <a:pt x="3693" y="548"/>
                    <a:pt x="4453" y="1596"/>
                    <a:pt x="6429" y="1689"/>
                  </a:cubicBezTo>
                  <a:cubicBezTo>
                    <a:pt x="6466" y="2181"/>
                    <a:pt x="6652" y="6160"/>
                    <a:pt x="3544" y="6903"/>
                  </a:cubicBezTo>
                  <a:lnTo>
                    <a:pt x="3424" y="6903"/>
                  </a:lnTo>
                  <a:cubicBezTo>
                    <a:pt x="316" y="6160"/>
                    <a:pt x="511" y="2181"/>
                    <a:pt x="539" y="1689"/>
                  </a:cubicBezTo>
                  <a:cubicBezTo>
                    <a:pt x="2524" y="1596"/>
                    <a:pt x="3275" y="548"/>
                    <a:pt x="3489" y="177"/>
                  </a:cubicBezTo>
                  <a:close/>
                  <a:moveTo>
                    <a:pt x="3479" y="1"/>
                  </a:moveTo>
                  <a:cubicBezTo>
                    <a:pt x="3461" y="1"/>
                    <a:pt x="3433" y="19"/>
                    <a:pt x="3424" y="38"/>
                  </a:cubicBezTo>
                  <a:cubicBezTo>
                    <a:pt x="3312" y="279"/>
                    <a:pt x="2626" y="1494"/>
                    <a:pt x="492" y="1578"/>
                  </a:cubicBezTo>
                  <a:cubicBezTo>
                    <a:pt x="464" y="1578"/>
                    <a:pt x="437" y="1606"/>
                    <a:pt x="437" y="1633"/>
                  </a:cubicBezTo>
                  <a:cubicBezTo>
                    <a:pt x="427" y="1680"/>
                    <a:pt x="1" y="6207"/>
                    <a:pt x="3405" y="7023"/>
                  </a:cubicBezTo>
                  <a:lnTo>
                    <a:pt x="3563" y="7023"/>
                  </a:lnTo>
                  <a:cubicBezTo>
                    <a:pt x="6967" y="6207"/>
                    <a:pt x="6541" y="1680"/>
                    <a:pt x="6541" y="1633"/>
                  </a:cubicBezTo>
                  <a:cubicBezTo>
                    <a:pt x="6531" y="1606"/>
                    <a:pt x="6513" y="1578"/>
                    <a:pt x="6485" y="1578"/>
                  </a:cubicBezTo>
                  <a:cubicBezTo>
                    <a:pt x="4342" y="1494"/>
                    <a:pt x="3665" y="279"/>
                    <a:pt x="3544" y="38"/>
                  </a:cubicBezTo>
                  <a:cubicBezTo>
                    <a:pt x="3535" y="19"/>
                    <a:pt x="3516" y="1"/>
                    <a:pt x="3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118275" y="2895650"/>
              <a:ext cx="121550" cy="139850"/>
            </a:xfrm>
            <a:custGeom>
              <a:avLst/>
              <a:gdLst/>
              <a:ahLst/>
              <a:cxnLst/>
              <a:rect l="l" t="t" r="r" b="b"/>
              <a:pathLst>
                <a:path w="4862" h="5594" extrusionOk="0">
                  <a:moveTo>
                    <a:pt x="2050" y="0"/>
                  </a:moveTo>
                  <a:cubicBezTo>
                    <a:pt x="2004" y="102"/>
                    <a:pt x="1763" y="547"/>
                    <a:pt x="1169" y="881"/>
                  </a:cubicBezTo>
                  <a:lnTo>
                    <a:pt x="0" y="3850"/>
                  </a:lnTo>
                  <a:cubicBezTo>
                    <a:pt x="334" y="4629"/>
                    <a:pt x="928" y="5343"/>
                    <a:pt x="2004" y="5594"/>
                  </a:cubicBezTo>
                  <a:lnTo>
                    <a:pt x="2115" y="5594"/>
                  </a:lnTo>
                  <a:cubicBezTo>
                    <a:pt x="4861" y="4935"/>
                    <a:pt x="4490" y="1271"/>
                    <a:pt x="4490" y="1271"/>
                  </a:cubicBezTo>
                  <a:cubicBezTo>
                    <a:pt x="2709" y="1206"/>
                    <a:pt x="2143" y="167"/>
                    <a:pt x="20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116650" y="2894025"/>
              <a:ext cx="123850" cy="142875"/>
            </a:xfrm>
            <a:custGeom>
              <a:avLst/>
              <a:gdLst/>
              <a:ahLst/>
              <a:cxnLst/>
              <a:rect l="l" t="t" r="r" b="b"/>
              <a:pathLst>
                <a:path w="4954" h="5715" extrusionOk="0">
                  <a:moveTo>
                    <a:pt x="2115" y="0"/>
                  </a:moveTo>
                  <a:cubicBezTo>
                    <a:pt x="2097" y="0"/>
                    <a:pt x="2069" y="19"/>
                    <a:pt x="2060" y="37"/>
                  </a:cubicBezTo>
                  <a:cubicBezTo>
                    <a:pt x="2023" y="121"/>
                    <a:pt x="1791" y="566"/>
                    <a:pt x="1197" y="891"/>
                  </a:cubicBezTo>
                  <a:cubicBezTo>
                    <a:pt x="1169" y="909"/>
                    <a:pt x="1160" y="946"/>
                    <a:pt x="1178" y="974"/>
                  </a:cubicBezTo>
                  <a:cubicBezTo>
                    <a:pt x="1190" y="992"/>
                    <a:pt x="1206" y="1002"/>
                    <a:pt x="1223" y="1002"/>
                  </a:cubicBezTo>
                  <a:cubicBezTo>
                    <a:pt x="1233" y="1002"/>
                    <a:pt x="1243" y="999"/>
                    <a:pt x="1253" y="993"/>
                  </a:cubicBezTo>
                  <a:cubicBezTo>
                    <a:pt x="1763" y="714"/>
                    <a:pt x="2013" y="362"/>
                    <a:pt x="2125" y="176"/>
                  </a:cubicBezTo>
                  <a:cubicBezTo>
                    <a:pt x="2301" y="492"/>
                    <a:pt x="2922" y="1317"/>
                    <a:pt x="4499" y="1392"/>
                  </a:cubicBezTo>
                  <a:cubicBezTo>
                    <a:pt x="4527" y="1828"/>
                    <a:pt x="4657" y="5000"/>
                    <a:pt x="2171" y="5603"/>
                  </a:cubicBezTo>
                  <a:lnTo>
                    <a:pt x="2069" y="5603"/>
                  </a:lnTo>
                  <a:cubicBezTo>
                    <a:pt x="1169" y="5381"/>
                    <a:pt x="510" y="4805"/>
                    <a:pt x="121" y="3887"/>
                  </a:cubicBezTo>
                  <a:cubicBezTo>
                    <a:pt x="107" y="3866"/>
                    <a:pt x="88" y="3856"/>
                    <a:pt x="63" y="3856"/>
                  </a:cubicBezTo>
                  <a:cubicBezTo>
                    <a:pt x="55" y="3856"/>
                    <a:pt x="47" y="3857"/>
                    <a:pt x="37" y="3859"/>
                  </a:cubicBezTo>
                  <a:cubicBezTo>
                    <a:pt x="10" y="3868"/>
                    <a:pt x="0" y="3906"/>
                    <a:pt x="10" y="3933"/>
                  </a:cubicBezTo>
                  <a:cubicBezTo>
                    <a:pt x="418" y="4889"/>
                    <a:pt x="1104" y="5492"/>
                    <a:pt x="2050" y="5714"/>
                  </a:cubicBezTo>
                  <a:lnTo>
                    <a:pt x="2190" y="5714"/>
                  </a:lnTo>
                  <a:cubicBezTo>
                    <a:pt x="4954" y="5056"/>
                    <a:pt x="4611" y="1373"/>
                    <a:pt x="4611" y="1336"/>
                  </a:cubicBezTo>
                  <a:cubicBezTo>
                    <a:pt x="4601" y="1308"/>
                    <a:pt x="4583" y="1280"/>
                    <a:pt x="4555" y="1280"/>
                  </a:cubicBezTo>
                  <a:cubicBezTo>
                    <a:pt x="2820" y="1215"/>
                    <a:pt x="2273" y="232"/>
                    <a:pt x="2180" y="37"/>
                  </a:cubicBezTo>
                  <a:cubicBezTo>
                    <a:pt x="2171" y="19"/>
                    <a:pt x="2152" y="0"/>
                    <a:pt x="2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2107375" y="2926025"/>
              <a:ext cx="16250" cy="33650"/>
            </a:xfrm>
            <a:custGeom>
              <a:avLst/>
              <a:gdLst/>
              <a:ahLst/>
              <a:cxnLst/>
              <a:rect l="l" t="t" r="r" b="b"/>
              <a:pathLst>
                <a:path w="650" h="1346" extrusionOk="0">
                  <a:moveTo>
                    <a:pt x="650" y="0"/>
                  </a:moveTo>
                  <a:cubicBezTo>
                    <a:pt x="473" y="28"/>
                    <a:pt x="278" y="56"/>
                    <a:pt x="65" y="56"/>
                  </a:cubicBezTo>
                  <a:cubicBezTo>
                    <a:pt x="65" y="56"/>
                    <a:pt x="0" y="622"/>
                    <a:pt x="102" y="1345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2105975" y="2924575"/>
              <a:ext cx="19050" cy="36500"/>
            </a:xfrm>
            <a:custGeom>
              <a:avLst/>
              <a:gdLst/>
              <a:ahLst/>
              <a:cxnLst/>
              <a:rect l="l" t="t" r="r" b="b"/>
              <a:pathLst>
                <a:path w="762" h="1460" extrusionOk="0">
                  <a:moveTo>
                    <a:pt x="710" y="0"/>
                  </a:moveTo>
                  <a:cubicBezTo>
                    <a:pt x="706" y="0"/>
                    <a:pt x="701" y="1"/>
                    <a:pt x="696" y="3"/>
                  </a:cubicBezTo>
                  <a:cubicBezTo>
                    <a:pt x="511" y="30"/>
                    <a:pt x="316" y="58"/>
                    <a:pt x="112" y="58"/>
                  </a:cubicBezTo>
                  <a:cubicBezTo>
                    <a:pt x="84" y="58"/>
                    <a:pt x="65" y="86"/>
                    <a:pt x="56" y="114"/>
                  </a:cubicBezTo>
                  <a:cubicBezTo>
                    <a:pt x="56" y="123"/>
                    <a:pt x="0" y="689"/>
                    <a:pt x="103" y="1413"/>
                  </a:cubicBezTo>
                  <a:cubicBezTo>
                    <a:pt x="103" y="1440"/>
                    <a:pt x="130" y="1459"/>
                    <a:pt x="158" y="1459"/>
                  </a:cubicBezTo>
                  <a:lnTo>
                    <a:pt x="167" y="1459"/>
                  </a:lnTo>
                  <a:cubicBezTo>
                    <a:pt x="195" y="1459"/>
                    <a:pt x="223" y="1431"/>
                    <a:pt x="214" y="1394"/>
                  </a:cubicBezTo>
                  <a:cubicBezTo>
                    <a:pt x="140" y="810"/>
                    <a:pt x="158" y="327"/>
                    <a:pt x="177" y="179"/>
                  </a:cubicBezTo>
                  <a:cubicBezTo>
                    <a:pt x="362" y="170"/>
                    <a:pt x="539" y="142"/>
                    <a:pt x="715" y="114"/>
                  </a:cubicBezTo>
                  <a:cubicBezTo>
                    <a:pt x="743" y="105"/>
                    <a:pt x="761" y="77"/>
                    <a:pt x="761" y="49"/>
                  </a:cubicBezTo>
                  <a:cubicBezTo>
                    <a:pt x="753" y="18"/>
                    <a:pt x="733" y="0"/>
                    <a:pt x="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2134725" y="2938300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2794" h="2794" extrusionOk="0">
                  <a:moveTo>
                    <a:pt x="1402" y="1"/>
                  </a:moveTo>
                  <a:cubicBezTo>
                    <a:pt x="622" y="1"/>
                    <a:pt x="1" y="622"/>
                    <a:pt x="1" y="1402"/>
                  </a:cubicBezTo>
                  <a:cubicBezTo>
                    <a:pt x="1" y="2172"/>
                    <a:pt x="622" y="2793"/>
                    <a:pt x="1402" y="2793"/>
                  </a:cubicBezTo>
                  <a:cubicBezTo>
                    <a:pt x="2172" y="2793"/>
                    <a:pt x="2793" y="2172"/>
                    <a:pt x="2793" y="1402"/>
                  </a:cubicBezTo>
                  <a:cubicBezTo>
                    <a:pt x="2793" y="622"/>
                    <a:pt x="2172" y="1"/>
                    <a:pt x="1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2133575" y="2937150"/>
              <a:ext cx="72150" cy="72150"/>
            </a:xfrm>
            <a:custGeom>
              <a:avLst/>
              <a:gdLst/>
              <a:ahLst/>
              <a:cxnLst/>
              <a:rect l="l" t="t" r="r" b="b"/>
              <a:pathLst>
                <a:path w="2886" h="2886" extrusionOk="0">
                  <a:moveTo>
                    <a:pt x="1448" y="93"/>
                  </a:moveTo>
                  <a:cubicBezTo>
                    <a:pt x="2190" y="93"/>
                    <a:pt x="2802" y="696"/>
                    <a:pt x="2802" y="1448"/>
                  </a:cubicBezTo>
                  <a:cubicBezTo>
                    <a:pt x="2802" y="2190"/>
                    <a:pt x="2190" y="2802"/>
                    <a:pt x="1448" y="2802"/>
                  </a:cubicBezTo>
                  <a:cubicBezTo>
                    <a:pt x="696" y="2802"/>
                    <a:pt x="93" y="2190"/>
                    <a:pt x="93" y="1448"/>
                  </a:cubicBezTo>
                  <a:cubicBezTo>
                    <a:pt x="93" y="696"/>
                    <a:pt x="696" y="93"/>
                    <a:pt x="1448" y="93"/>
                  </a:cubicBezTo>
                  <a:close/>
                  <a:moveTo>
                    <a:pt x="1448" y="1"/>
                  </a:moveTo>
                  <a:cubicBezTo>
                    <a:pt x="650" y="1"/>
                    <a:pt x="0" y="650"/>
                    <a:pt x="0" y="1448"/>
                  </a:cubicBezTo>
                  <a:cubicBezTo>
                    <a:pt x="0" y="2236"/>
                    <a:pt x="650" y="2886"/>
                    <a:pt x="1448" y="2886"/>
                  </a:cubicBezTo>
                  <a:cubicBezTo>
                    <a:pt x="2236" y="2886"/>
                    <a:pt x="2885" y="2236"/>
                    <a:pt x="2885" y="1448"/>
                  </a:cubicBezTo>
                  <a:cubicBezTo>
                    <a:pt x="2885" y="650"/>
                    <a:pt x="2236" y="1"/>
                    <a:pt x="1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144250" y="29478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2032" h="2032" extrusionOk="0">
                  <a:moveTo>
                    <a:pt x="1021" y="0"/>
                  </a:moveTo>
                  <a:cubicBezTo>
                    <a:pt x="455" y="0"/>
                    <a:pt x="0" y="455"/>
                    <a:pt x="0" y="1021"/>
                  </a:cubicBezTo>
                  <a:cubicBezTo>
                    <a:pt x="0" y="1577"/>
                    <a:pt x="455" y="2032"/>
                    <a:pt x="1021" y="2032"/>
                  </a:cubicBezTo>
                  <a:cubicBezTo>
                    <a:pt x="1577" y="2032"/>
                    <a:pt x="2032" y="1577"/>
                    <a:pt x="2032" y="1021"/>
                  </a:cubicBezTo>
                  <a:cubicBezTo>
                    <a:pt x="2032" y="455"/>
                    <a:pt x="1577" y="0"/>
                    <a:pt x="1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142850" y="2946425"/>
              <a:ext cx="53825" cy="53825"/>
            </a:xfrm>
            <a:custGeom>
              <a:avLst/>
              <a:gdLst/>
              <a:ahLst/>
              <a:cxnLst/>
              <a:rect l="l" t="t" r="r" b="b"/>
              <a:pathLst>
                <a:path w="2153" h="2153" extrusionOk="0">
                  <a:moveTo>
                    <a:pt x="1077" y="112"/>
                  </a:moveTo>
                  <a:cubicBezTo>
                    <a:pt x="1605" y="112"/>
                    <a:pt x="2032" y="548"/>
                    <a:pt x="2032" y="1077"/>
                  </a:cubicBezTo>
                  <a:cubicBezTo>
                    <a:pt x="2032" y="1605"/>
                    <a:pt x="1605" y="2032"/>
                    <a:pt x="1077" y="2032"/>
                  </a:cubicBezTo>
                  <a:cubicBezTo>
                    <a:pt x="548" y="2032"/>
                    <a:pt x="112" y="1605"/>
                    <a:pt x="112" y="1077"/>
                  </a:cubicBezTo>
                  <a:cubicBezTo>
                    <a:pt x="112" y="548"/>
                    <a:pt x="548" y="112"/>
                    <a:pt x="1077" y="112"/>
                  </a:cubicBezTo>
                  <a:close/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0"/>
                    <a:pt x="483" y="2153"/>
                    <a:pt x="1077" y="2153"/>
                  </a:cubicBezTo>
                  <a:cubicBezTo>
                    <a:pt x="1670" y="2153"/>
                    <a:pt x="2153" y="1670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154900" y="2949850"/>
              <a:ext cx="45950" cy="34400"/>
            </a:xfrm>
            <a:custGeom>
              <a:avLst/>
              <a:gdLst/>
              <a:ahLst/>
              <a:cxnLst/>
              <a:rect l="l" t="t" r="r" b="b"/>
              <a:pathLst>
                <a:path w="1838" h="1376" extrusionOk="0">
                  <a:moveTo>
                    <a:pt x="1657" y="0"/>
                  </a:moveTo>
                  <a:cubicBezTo>
                    <a:pt x="1615" y="0"/>
                    <a:pt x="1573" y="17"/>
                    <a:pt x="1541" y="49"/>
                  </a:cubicBezTo>
                  <a:lnTo>
                    <a:pt x="613" y="977"/>
                  </a:lnTo>
                  <a:lnTo>
                    <a:pt x="298" y="661"/>
                  </a:lnTo>
                  <a:cubicBezTo>
                    <a:pt x="265" y="629"/>
                    <a:pt x="224" y="613"/>
                    <a:pt x="182" y="613"/>
                  </a:cubicBezTo>
                  <a:cubicBezTo>
                    <a:pt x="140" y="613"/>
                    <a:pt x="98" y="629"/>
                    <a:pt x="66" y="661"/>
                  </a:cubicBezTo>
                  <a:cubicBezTo>
                    <a:pt x="1" y="726"/>
                    <a:pt x="1" y="828"/>
                    <a:pt x="66" y="893"/>
                  </a:cubicBezTo>
                  <a:lnTo>
                    <a:pt x="493" y="1320"/>
                  </a:lnTo>
                  <a:cubicBezTo>
                    <a:pt x="530" y="1357"/>
                    <a:pt x="567" y="1376"/>
                    <a:pt x="613" y="1376"/>
                  </a:cubicBezTo>
                  <a:cubicBezTo>
                    <a:pt x="650" y="1376"/>
                    <a:pt x="697" y="1357"/>
                    <a:pt x="724" y="1329"/>
                  </a:cubicBezTo>
                  <a:lnTo>
                    <a:pt x="1773" y="281"/>
                  </a:lnTo>
                  <a:cubicBezTo>
                    <a:pt x="1838" y="216"/>
                    <a:pt x="1838" y="114"/>
                    <a:pt x="1773" y="49"/>
                  </a:cubicBezTo>
                  <a:cubicBezTo>
                    <a:pt x="1740" y="17"/>
                    <a:pt x="1699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710;p33">
            <a:extLst>
              <a:ext uri="{FF2B5EF4-FFF2-40B4-BE49-F238E27FC236}">
                <a16:creationId xmlns:a16="http://schemas.microsoft.com/office/drawing/2014/main" id="{2A9C3012-8547-120D-C780-A0702FCE3B84}"/>
              </a:ext>
            </a:extLst>
          </p:cNvPr>
          <p:cNvSpPr txBox="1">
            <a:spLocks/>
          </p:cNvSpPr>
          <p:nvPr/>
        </p:nvSpPr>
        <p:spPr>
          <a:xfrm>
            <a:off x="3459495" y="2074650"/>
            <a:ext cx="53202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endParaRPr lang="en-US" dirty="0"/>
          </a:p>
          <a:p>
            <a:pPr marL="0" indent="0"/>
            <a:r>
              <a:rPr lang="en-US" dirty="0"/>
              <a:t>The network was made for the imaginary </a:t>
            </a:r>
            <a:r>
              <a:rPr lang="en-US" dirty="0" err="1"/>
              <a:t>Kovta</a:t>
            </a:r>
            <a:r>
              <a:rPr lang="en-US" dirty="0"/>
              <a:t> </a:t>
            </a:r>
            <a:r>
              <a:rPr lang="en-US" dirty="0" err="1"/>
              <a:t>kft</a:t>
            </a:r>
            <a:r>
              <a:rPr lang="en-US" dirty="0"/>
              <a:t>.</a:t>
            </a:r>
          </a:p>
          <a:p>
            <a:pPr marL="0" indent="0"/>
            <a:r>
              <a:rPr lang="en-US" dirty="0"/>
              <a:t>We are network</a:t>
            </a:r>
            <a:r>
              <a:rPr lang="hu-HU" dirty="0"/>
              <a:t>-</a:t>
            </a:r>
            <a:r>
              <a:rPr lang="en-US" dirty="0"/>
              <a:t>designers and we felt that we could be suitable for the job.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16550" y="48574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Teamwork</a:t>
            </a:r>
            <a:endParaRPr dirty="0"/>
          </a:p>
        </p:txBody>
      </p:sp>
      <p:sp>
        <p:nvSpPr>
          <p:cNvPr id="1503" name="Google Shape;1503;p29"/>
          <p:cNvSpPr txBox="1">
            <a:spLocks noGrp="1"/>
          </p:cNvSpPr>
          <p:nvPr>
            <p:ph type="subTitle" idx="3"/>
          </p:nvPr>
        </p:nvSpPr>
        <p:spPr>
          <a:xfrm>
            <a:off x="259200" y="1385494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Palkó Máté</a:t>
            </a:r>
            <a:endParaRPr dirty="0"/>
          </a:p>
        </p:txBody>
      </p:sp>
      <p:sp>
        <p:nvSpPr>
          <p:cNvPr id="5" name="Google Shape;1072;p26">
            <a:extLst>
              <a:ext uri="{FF2B5EF4-FFF2-40B4-BE49-F238E27FC236}">
                <a16:creationId xmlns:a16="http://schemas.microsoft.com/office/drawing/2014/main" id="{E5C59A8D-BBBC-F51E-8283-551EC8F6CD32}"/>
              </a:ext>
            </a:extLst>
          </p:cNvPr>
          <p:cNvSpPr txBox="1">
            <a:spLocks/>
          </p:cNvSpPr>
          <p:nvPr/>
        </p:nvSpPr>
        <p:spPr>
          <a:xfrm>
            <a:off x="201598" y="1999346"/>
            <a:ext cx="3687532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1800" b="0" i="1" dirty="0"/>
              <a:t>01 – Network designer, builder</a:t>
            </a:r>
            <a:endParaRPr lang="en" sz="2000" b="0" i="1" dirty="0"/>
          </a:p>
        </p:txBody>
      </p:sp>
      <p:sp>
        <p:nvSpPr>
          <p:cNvPr id="6" name="Google Shape;1072;p26">
            <a:extLst>
              <a:ext uri="{FF2B5EF4-FFF2-40B4-BE49-F238E27FC236}">
                <a16:creationId xmlns:a16="http://schemas.microsoft.com/office/drawing/2014/main" id="{80BEF38A-394E-5DCB-B672-9D23C03BCA4C}"/>
              </a:ext>
            </a:extLst>
          </p:cNvPr>
          <p:cNvSpPr txBox="1">
            <a:spLocks/>
          </p:cNvSpPr>
          <p:nvPr/>
        </p:nvSpPr>
        <p:spPr>
          <a:xfrm>
            <a:off x="201598" y="2468946"/>
            <a:ext cx="3146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1800" b="0" i="1" dirty="0"/>
              <a:t>02– Project manager</a:t>
            </a:r>
            <a:endParaRPr lang="en" sz="2000" b="0" i="1" dirty="0"/>
          </a:p>
        </p:txBody>
      </p:sp>
      <p:sp>
        <p:nvSpPr>
          <p:cNvPr id="7" name="Google Shape;1072;p26">
            <a:extLst>
              <a:ext uri="{FF2B5EF4-FFF2-40B4-BE49-F238E27FC236}">
                <a16:creationId xmlns:a16="http://schemas.microsoft.com/office/drawing/2014/main" id="{E855DF1B-6C38-6E14-AAFB-1E8AA2AB1CB5}"/>
              </a:ext>
            </a:extLst>
          </p:cNvPr>
          <p:cNvSpPr txBox="1">
            <a:spLocks/>
          </p:cNvSpPr>
          <p:nvPr/>
        </p:nvSpPr>
        <p:spPr>
          <a:xfrm>
            <a:off x="201599" y="2975307"/>
            <a:ext cx="3412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1800" b="0" i="1" dirty="0"/>
              <a:t>03 – Documentation writer</a:t>
            </a:r>
            <a:endParaRPr lang="en" sz="2000" b="0" i="1" dirty="0"/>
          </a:p>
        </p:txBody>
      </p:sp>
      <p:sp>
        <p:nvSpPr>
          <p:cNvPr id="8" name="Google Shape;1072;p26">
            <a:extLst>
              <a:ext uri="{FF2B5EF4-FFF2-40B4-BE49-F238E27FC236}">
                <a16:creationId xmlns:a16="http://schemas.microsoft.com/office/drawing/2014/main" id="{A466D865-2832-CF55-5374-98E309348BD0}"/>
              </a:ext>
            </a:extLst>
          </p:cNvPr>
          <p:cNvSpPr txBox="1">
            <a:spLocks/>
          </p:cNvSpPr>
          <p:nvPr/>
        </p:nvSpPr>
        <p:spPr>
          <a:xfrm>
            <a:off x="201599" y="3466907"/>
            <a:ext cx="322002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1800" b="0" i="1" dirty="0"/>
              <a:t>04 – Presentation maker</a:t>
            </a:r>
            <a:endParaRPr lang="en" sz="2000" b="0" i="1" dirty="0"/>
          </a:p>
        </p:txBody>
      </p:sp>
      <p:sp>
        <p:nvSpPr>
          <p:cNvPr id="13" name="Google Shape;1503;p29">
            <a:extLst>
              <a:ext uri="{FF2B5EF4-FFF2-40B4-BE49-F238E27FC236}">
                <a16:creationId xmlns:a16="http://schemas.microsoft.com/office/drawing/2014/main" id="{2E368D9B-87B7-41A4-8BC4-8B683CD3DB35}"/>
              </a:ext>
            </a:extLst>
          </p:cNvPr>
          <p:cNvSpPr txBox="1">
            <a:spLocks/>
          </p:cNvSpPr>
          <p:nvPr/>
        </p:nvSpPr>
        <p:spPr>
          <a:xfrm>
            <a:off x="5725200" y="1385494"/>
            <a:ext cx="2886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en-US" dirty="0"/>
              <a:t>Toms </a:t>
            </a:r>
            <a:r>
              <a:rPr lang="en-US" dirty="0" err="1"/>
              <a:t>Krisztián</a:t>
            </a:r>
            <a:r>
              <a:rPr lang="en-US" dirty="0"/>
              <a:t> </a:t>
            </a:r>
            <a:r>
              <a:rPr lang="en-US" dirty="0" err="1"/>
              <a:t>József</a:t>
            </a:r>
            <a:endParaRPr lang="en-US" dirty="0"/>
          </a:p>
        </p:txBody>
      </p:sp>
      <p:sp>
        <p:nvSpPr>
          <p:cNvPr id="14" name="Google Shape;1072;p26">
            <a:extLst>
              <a:ext uri="{FF2B5EF4-FFF2-40B4-BE49-F238E27FC236}">
                <a16:creationId xmlns:a16="http://schemas.microsoft.com/office/drawing/2014/main" id="{D86AF598-C75A-1C90-37EA-DAA05141C915}"/>
              </a:ext>
            </a:extLst>
          </p:cNvPr>
          <p:cNvSpPr txBox="1">
            <a:spLocks/>
          </p:cNvSpPr>
          <p:nvPr/>
        </p:nvSpPr>
        <p:spPr>
          <a:xfrm>
            <a:off x="5071958" y="2310315"/>
            <a:ext cx="431620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2000" b="0" i="1" dirty="0"/>
              <a:t>01 – Network designer, builder</a:t>
            </a:r>
            <a:endParaRPr lang="en" sz="2400" b="0" i="1" dirty="0"/>
          </a:p>
          <a:p>
            <a:endParaRPr lang="en" sz="2000" b="0" i="1" dirty="0"/>
          </a:p>
        </p:txBody>
      </p:sp>
      <p:sp>
        <p:nvSpPr>
          <p:cNvPr id="15" name="Google Shape;1072;p26">
            <a:extLst>
              <a:ext uri="{FF2B5EF4-FFF2-40B4-BE49-F238E27FC236}">
                <a16:creationId xmlns:a16="http://schemas.microsoft.com/office/drawing/2014/main" id="{B7F6A271-8139-3543-0040-723E35B96402}"/>
              </a:ext>
            </a:extLst>
          </p:cNvPr>
          <p:cNvSpPr txBox="1">
            <a:spLocks/>
          </p:cNvSpPr>
          <p:nvPr/>
        </p:nvSpPr>
        <p:spPr>
          <a:xfrm>
            <a:off x="5092405" y="2505648"/>
            <a:ext cx="3146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1800" b="0" i="1" dirty="0"/>
              <a:t>02– Tester</a:t>
            </a:r>
            <a:endParaRPr lang="en" sz="2000" b="0" i="1" dirty="0"/>
          </a:p>
        </p:txBody>
      </p:sp>
      <p:sp>
        <p:nvSpPr>
          <p:cNvPr id="17" name="Google Shape;1072;p26">
            <a:extLst>
              <a:ext uri="{FF2B5EF4-FFF2-40B4-BE49-F238E27FC236}">
                <a16:creationId xmlns:a16="http://schemas.microsoft.com/office/drawing/2014/main" id="{C34E0BEB-B89E-EA41-A7E3-FC567FA88C9B}"/>
              </a:ext>
            </a:extLst>
          </p:cNvPr>
          <p:cNvSpPr txBox="1">
            <a:spLocks/>
          </p:cNvSpPr>
          <p:nvPr/>
        </p:nvSpPr>
        <p:spPr>
          <a:xfrm>
            <a:off x="5092405" y="2970197"/>
            <a:ext cx="3589906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sz="1800" b="0" i="1" dirty="0"/>
              <a:t>03 – Test video creator</a:t>
            </a:r>
            <a:endParaRPr lang="en" sz="2000" b="0" i="1" dirty="0"/>
          </a:p>
        </p:txBody>
      </p:sp>
      <p:grpSp>
        <p:nvGrpSpPr>
          <p:cNvPr id="54" name="Google Shape;9346;p58">
            <a:extLst>
              <a:ext uri="{FF2B5EF4-FFF2-40B4-BE49-F238E27FC236}">
                <a16:creationId xmlns:a16="http://schemas.microsoft.com/office/drawing/2014/main" id="{25E485E3-2C8D-91CC-850C-345125F1D8B1}"/>
              </a:ext>
            </a:extLst>
          </p:cNvPr>
          <p:cNvGrpSpPr/>
          <p:nvPr/>
        </p:nvGrpSpPr>
        <p:grpSpPr>
          <a:xfrm>
            <a:off x="3777485" y="3213988"/>
            <a:ext cx="1415851" cy="1401038"/>
            <a:chOff x="2215075" y="2432819"/>
            <a:chExt cx="380008" cy="351648"/>
          </a:xfrm>
        </p:grpSpPr>
        <p:sp>
          <p:nvSpPr>
            <p:cNvPr id="55" name="Google Shape;9347;p58">
              <a:extLst>
                <a:ext uri="{FF2B5EF4-FFF2-40B4-BE49-F238E27FC236}">
                  <a16:creationId xmlns:a16="http://schemas.microsoft.com/office/drawing/2014/main" id="{E7BB5D86-8549-63D7-83AB-E36BE550C923}"/>
                </a:ext>
              </a:extLst>
            </p:cNvPr>
            <p:cNvSpPr/>
            <p:nvPr/>
          </p:nvSpPr>
          <p:spPr>
            <a:xfrm>
              <a:off x="2339311" y="2615536"/>
              <a:ext cx="124499" cy="104725"/>
            </a:xfrm>
            <a:custGeom>
              <a:avLst/>
              <a:gdLst/>
              <a:ahLst/>
              <a:cxnLst/>
              <a:rect l="l" t="t" r="r" b="b"/>
              <a:pathLst>
                <a:path w="4741" h="3988" extrusionOk="0">
                  <a:moveTo>
                    <a:pt x="2371" y="0"/>
                  </a:moveTo>
                  <a:cubicBezTo>
                    <a:pt x="2246" y="0"/>
                    <a:pt x="2141" y="96"/>
                    <a:pt x="2141" y="230"/>
                  </a:cubicBezTo>
                  <a:lnTo>
                    <a:pt x="2141" y="2441"/>
                  </a:lnTo>
                  <a:lnTo>
                    <a:pt x="227" y="3551"/>
                  </a:lnTo>
                  <a:cubicBezTo>
                    <a:pt x="1" y="3680"/>
                    <a:pt x="129" y="3987"/>
                    <a:pt x="336" y="3987"/>
                  </a:cubicBezTo>
                  <a:cubicBezTo>
                    <a:pt x="374" y="3987"/>
                    <a:pt x="415" y="3977"/>
                    <a:pt x="457" y="3953"/>
                  </a:cubicBezTo>
                  <a:lnTo>
                    <a:pt x="2371" y="2843"/>
                  </a:lnTo>
                  <a:lnTo>
                    <a:pt x="4285" y="3953"/>
                  </a:lnTo>
                  <a:cubicBezTo>
                    <a:pt x="4326" y="3977"/>
                    <a:pt x="4367" y="3987"/>
                    <a:pt x="4405" y="3987"/>
                  </a:cubicBezTo>
                  <a:cubicBezTo>
                    <a:pt x="4612" y="3987"/>
                    <a:pt x="4741" y="3680"/>
                    <a:pt x="4514" y="3551"/>
                  </a:cubicBezTo>
                  <a:lnTo>
                    <a:pt x="2600" y="2441"/>
                  </a:lnTo>
                  <a:lnTo>
                    <a:pt x="2600" y="230"/>
                  </a:lnTo>
                  <a:cubicBezTo>
                    <a:pt x="2600" y="96"/>
                    <a:pt x="2495" y="0"/>
                    <a:pt x="2371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348;p58">
              <a:extLst>
                <a:ext uri="{FF2B5EF4-FFF2-40B4-BE49-F238E27FC236}">
                  <a16:creationId xmlns:a16="http://schemas.microsoft.com/office/drawing/2014/main" id="{2E21CC27-0F9C-D79B-2F15-702F6180CB2A}"/>
                </a:ext>
              </a:extLst>
            </p:cNvPr>
            <p:cNvSpPr/>
            <p:nvPr/>
          </p:nvSpPr>
          <p:spPr>
            <a:xfrm>
              <a:off x="2472659" y="2719841"/>
              <a:ext cx="122424" cy="64626"/>
            </a:xfrm>
            <a:custGeom>
              <a:avLst/>
              <a:gdLst/>
              <a:ahLst/>
              <a:cxnLst/>
              <a:rect l="l" t="t" r="r" b="b"/>
              <a:pathLst>
                <a:path w="4662" h="2461" extrusionOk="0">
                  <a:moveTo>
                    <a:pt x="1772" y="0"/>
                  </a:moveTo>
                  <a:lnTo>
                    <a:pt x="709" y="431"/>
                  </a:lnTo>
                  <a:cubicBezTo>
                    <a:pt x="613" y="469"/>
                    <a:pt x="508" y="526"/>
                    <a:pt x="422" y="593"/>
                  </a:cubicBezTo>
                  <a:lnTo>
                    <a:pt x="403" y="613"/>
                  </a:lnTo>
                  <a:lnTo>
                    <a:pt x="384" y="632"/>
                  </a:lnTo>
                  <a:lnTo>
                    <a:pt x="374" y="641"/>
                  </a:lnTo>
                  <a:lnTo>
                    <a:pt x="346" y="660"/>
                  </a:lnTo>
                  <a:cubicBezTo>
                    <a:pt x="154" y="852"/>
                    <a:pt x="39" y="1101"/>
                    <a:pt x="1" y="1359"/>
                  </a:cubicBezTo>
                  <a:lnTo>
                    <a:pt x="1" y="1407"/>
                  </a:lnTo>
                  <a:lnTo>
                    <a:pt x="1" y="1426"/>
                  </a:lnTo>
                  <a:lnTo>
                    <a:pt x="1" y="1455"/>
                  </a:lnTo>
                  <a:lnTo>
                    <a:pt x="1" y="1483"/>
                  </a:lnTo>
                  <a:lnTo>
                    <a:pt x="1" y="1493"/>
                  </a:lnTo>
                  <a:lnTo>
                    <a:pt x="1" y="1550"/>
                  </a:lnTo>
                  <a:lnTo>
                    <a:pt x="1" y="1713"/>
                  </a:lnTo>
                  <a:lnTo>
                    <a:pt x="1" y="2239"/>
                  </a:lnTo>
                  <a:cubicBezTo>
                    <a:pt x="10" y="2367"/>
                    <a:pt x="115" y="2460"/>
                    <a:pt x="241" y="2460"/>
                  </a:cubicBezTo>
                  <a:cubicBezTo>
                    <a:pt x="247" y="2460"/>
                    <a:pt x="253" y="2460"/>
                    <a:pt x="259" y="2460"/>
                  </a:cubicBezTo>
                  <a:lnTo>
                    <a:pt x="4403" y="2460"/>
                  </a:lnTo>
                  <a:cubicBezTo>
                    <a:pt x="4410" y="2460"/>
                    <a:pt x="4416" y="2460"/>
                    <a:pt x="4422" y="2460"/>
                  </a:cubicBezTo>
                  <a:cubicBezTo>
                    <a:pt x="4548" y="2460"/>
                    <a:pt x="4653" y="2367"/>
                    <a:pt x="4662" y="2239"/>
                  </a:cubicBezTo>
                  <a:lnTo>
                    <a:pt x="4662" y="1723"/>
                  </a:lnTo>
                  <a:lnTo>
                    <a:pt x="4662" y="1550"/>
                  </a:lnTo>
                  <a:lnTo>
                    <a:pt x="4623" y="1550"/>
                  </a:lnTo>
                  <a:lnTo>
                    <a:pt x="4623" y="1493"/>
                  </a:lnTo>
                  <a:lnTo>
                    <a:pt x="4623" y="1483"/>
                  </a:lnTo>
                  <a:lnTo>
                    <a:pt x="4623" y="1455"/>
                  </a:lnTo>
                  <a:lnTo>
                    <a:pt x="4623" y="1426"/>
                  </a:lnTo>
                  <a:lnTo>
                    <a:pt x="4623" y="1407"/>
                  </a:lnTo>
                  <a:lnTo>
                    <a:pt x="4623" y="1359"/>
                  </a:lnTo>
                  <a:cubicBezTo>
                    <a:pt x="4585" y="1101"/>
                    <a:pt x="4470" y="852"/>
                    <a:pt x="4279" y="660"/>
                  </a:cubicBezTo>
                  <a:lnTo>
                    <a:pt x="4250" y="641"/>
                  </a:lnTo>
                  <a:lnTo>
                    <a:pt x="4241" y="632"/>
                  </a:lnTo>
                  <a:lnTo>
                    <a:pt x="4221" y="613"/>
                  </a:lnTo>
                  <a:lnTo>
                    <a:pt x="4193" y="593"/>
                  </a:lnTo>
                  <a:cubicBezTo>
                    <a:pt x="4116" y="526"/>
                    <a:pt x="4011" y="469"/>
                    <a:pt x="3906" y="431"/>
                  </a:cubicBezTo>
                  <a:lnTo>
                    <a:pt x="2853" y="0"/>
                  </a:lnTo>
                  <a:lnTo>
                    <a:pt x="2585" y="278"/>
                  </a:lnTo>
                  <a:lnTo>
                    <a:pt x="2307" y="546"/>
                  </a:lnTo>
                  <a:lnTo>
                    <a:pt x="2039" y="278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rgbClr val="7F91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349;p58">
              <a:extLst>
                <a:ext uri="{FF2B5EF4-FFF2-40B4-BE49-F238E27FC236}">
                  <a16:creationId xmlns:a16="http://schemas.microsoft.com/office/drawing/2014/main" id="{DAC6A0EF-BFE5-6654-B3AD-9D88E0749C06}"/>
                </a:ext>
              </a:extLst>
            </p:cNvPr>
            <p:cNvSpPr/>
            <p:nvPr/>
          </p:nvSpPr>
          <p:spPr>
            <a:xfrm>
              <a:off x="2471162" y="2720078"/>
              <a:ext cx="50052" cy="64390"/>
            </a:xfrm>
            <a:custGeom>
              <a:avLst/>
              <a:gdLst/>
              <a:ahLst/>
              <a:cxnLst/>
              <a:rect l="l" t="t" r="r" b="b"/>
              <a:pathLst>
                <a:path w="1906" h="2452" extrusionOk="0">
                  <a:moveTo>
                    <a:pt x="1809" y="1"/>
                  </a:moveTo>
                  <a:lnTo>
                    <a:pt x="757" y="412"/>
                  </a:lnTo>
                  <a:cubicBezTo>
                    <a:pt x="297" y="594"/>
                    <a:pt x="1" y="1044"/>
                    <a:pt x="20" y="1541"/>
                  </a:cubicBezTo>
                  <a:lnTo>
                    <a:pt x="20" y="2230"/>
                  </a:lnTo>
                  <a:cubicBezTo>
                    <a:pt x="29" y="2358"/>
                    <a:pt x="134" y="2451"/>
                    <a:pt x="260" y="2451"/>
                  </a:cubicBezTo>
                  <a:cubicBezTo>
                    <a:pt x="266" y="2451"/>
                    <a:pt x="272" y="2451"/>
                    <a:pt x="278" y="2451"/>
                  </a:cubicBezTo>
                  <a:lnTo>
                    <a:pt x="336" y="2451"/>
                  </a:lnTo>
                  <a:lnTo>
                    <a:pt x="336" y="1541"/>
                  </a:lnTo>
                  <a:cubicBezTo>
                    <a:pt x="316" y="1053"/>
                    <a:pt x="604" y="594"/>
                    <a:pt x="1063" y="412"/>
                  </a:cubicBezTo>
                  <a:lnTo>
                    <a:pt x="1905" y="87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350;p58">
              <a:extLst>
                <a:ext uri="{FF2B5EF4-FFF2-40B4-BE49-F238E27FC236}">
                  <a16:creationId xmlns:a16="http://schemas.microsoft.com/office/drawing/2014/main" id="{362A521D-D7B3-BF42-CFDB-4B66CFEE11F1}"/>
                </a:ext>
              </a:extLst>
            </p:cNvPr>
            <p:cNvSpPr/>
            <p:nvPr/>
          </p:nvSpPr>
          <p:spPr>
            <a:xfrm>
              <a:off x="2494035" y="2618294"/>
              <a:ext cx="77178" cy="54805"/>
            </a:xfrm>
            <a:custGeom>
              <a:avLst/>
              <a:gdLst/>
              <a:ahLst/>
              <a:cxnLst/>
              <a:rect l="l" t="t" r="r" b="b"/>
              <a:pathLst>
                <a:path w="2939" h="2087" extrusionOk="0">
                  <a:moveTo>
                    <a:pt x="2594" y="1800"/>
                  </a:moveTo>
                  <a:lnTo>
                    <a:pt x="2584" y="1809"/>
                  </a:lnTo>
                  <a:lnTo>
                    <a:pt x="2556" y="1829"/>
                  </a:lnTo>
                  <a:lnTo>
                    <a:pt x="2594" y="1800"/>
                  </a:lnTo>
                  <a:close/>
                  <a:moveTo>
                    <a:pt x="1417" y="1"/>
                  </a:moveTo>
                  <a:cubicBezTo>
                    <a:pt x="63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0" y="2087"/>
                    <a:pt x="316" y="2049"/>
                    <a:pt x="355" y="1896"/>
                  </a:cubicBezTo>
                  <a:cubicBezTo>
                    <a:pt x="374" y="1876"/>
                    <a:pt x="383" y="1867"/>
                    <a:pt x="393" y="1848"/>
                  </a:cubicBezTo>
                  <a:cubicBezTo>
                    <a:pt x="575" y="1848"/>
                    <a:pt x="1426" y="1829"/>
                    <a:pt x="1915" y="1245"/>
                  </a:cubicBezTo>
                  <a:cubicBezTo>
                    <a:pt x="2020" y="1532"/>
                    <a:pt x="2249" y="1762"/>
                    <a:pt x="2546" y="1848"/>
                  </a:cubicBezTo>
                  <a:cubicBezTo>
                    <a:pt x="2556" y="1867"/>
                    <a:pt x="2565" y="1886"/>
                    <a:pt x="2584" y="1896"/>
                  </a:cubicBezTo>
                  <a:cubicBezTo>
                    <a:pt x="2623" y="2058"/>
                    <a:pt x="2939" y="2087"/>
                    <a:pt x="2939" y="2087"/>
                  </a:cubicBezTo>
                  <a:lnTo>
                    <a:pt x="2939" y="1417"/>
                  </a:lnTo>
                  <a:cubicBezTo>
                    <a:pt x="2939" y="642"/>
                    <a:pt x="2316" y="10"/>
                    <a:pt x="1532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351;p58">
              <a:extLst>
                <a:ext uri="{FF2B5EF4-FFF2-40B4-BE49-F238E27FC236}">
                  <a16:creationId xmlns:a16="http://schemas.microsoft.com/office/drawing/2014/main" id="{4D11B43B-A264-DAC2-4D25-90DC3E3C943C}"/>
                </a:ext>
              </a:extLst>
            </p:cNvPr>
            <p:cNvSpPr/>
            <p:nvPr/>
          </p:nvSpPr>
          <p:spPr>
            <a:xfrm>
              <a:off x="2494035" y="2618294"/>
              <a:ext cx="41990" cy="54805"/>
            </a:xfrm>
            <a:custGeom>
              <a:avLst/>
              <a:gdLst/>
              <a:ahLst/>
              <a:cxnLst/>
              <a:rect l="l" t="t" r="r" b="b"/>
              <a:pathLst>
                <a:path w="1599" h="2087" extrusionOk="0">
                  <a:moveTo>
                    <a:pt x="1417" y="1"/>
                  </a:moveTo>
                  <a:cubicBezTo>
                    <a:pt x="64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87" y="2077"/>
                    <a:pt x="173" y="2049"/>
                    <a:pt x="249" y="2010"/>
                  </a:cubicBezTo>
                  <a:lnTo>
                    <a:pt x="249" y="1781"/>
                  </a:lnTo>
                  <a:lnTo>
                    <a:pt x="249" y="1417"/>
                  </a:lnTo>
                  <a:cubicBezTo>
                    <a:pt x="249" y="661"/>
                    <a:pt x="843" y="39"/>
                    <a:pt x="159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352;p58">
              <a:extLst>
                <a:ext uri="{FF2B5EF4-FFF2-40B4-BE49-F238E27FC236}">
                  <a16:creationId xmlns:a16="http://schemas.microsoft.com/office/drawing/2014/main" id="{A0688A29-D845-51E4-8630-13193A585F75}"/>
                </a:ext>
              </a:extLst>
            </p:cNvPr>
            <p:cNvSpPr/>
            <p:nvPr/>
          </p:nvSpPr>
          <p:spPr>
            <a:xfrm>
              <a:off x="2560893" y="2667321"/>
              <a:ext cx="16859" cy="22794"/>
            </a:xfrm>
            <a:custGeom>
              <a:avLst/>
              <a:gdLst/>
              <a:ahLst/>
              <a:cxnLst/>
              <a:rect l="l" t="t" r="r" b="b"/>
              <a:pathLst>
                <a:path w="642" h="868" extrusionOk="0">
                  <a:moveTo>
                    <a:pt x="174" y="0"/>
                  </a:moveTo>
                  <a:cubicBezTo>
                    <a:pt x="81" y="0"/>
                    <a:pt x="0" y="78"/>
                    <a:pt x="0" y="182"/>
                  </a:cubicBezTo>
                  <a:lnTo>
                    <a:pt x="0" y="689"/>
                  </a:lnTo>
                  <a:cubicBezTo>
                    <a:pt x="0" y="796"/>
                    <a:pt x="85" y="867"/>
                    <a:pt x="181" y="867"/>
                  </a:cubicBezTo>
                  <a:cubicBezTo>
                    <a:pt x="197" y="867"/>
                    <a:pt x="214" y="865"/>
                    <a:pt x="230" y="861"/>
                  </a:cubicBezTo>
                  <a:cubicBezTo>
                    <a:pt x="268" y="852"/>
                    <a:pt x="297" y="832"/>
                    <a:pt x="335" y="813"/>
                  </a:cubicBezTo>
                  <a:cubicBezTo>
                    <a:pt x="364" y="785"/>
                    <a:pt x="393" y="756"/>
                    <a:pt x="431" y="727"/>
                  </a:cubicBezTo>
                  <a:cubicBezTo>
                    <a:pt x="641" y="488"/>
                    <a:pt x="536" y="105"/>
                    <a:pt x="230" y="9"/>
                  </a:cubicBezTo>
                  <a:cubicBezTo>
                    <a:pt x="211" y="3"/>
                    <a:pt x="192" y="0"/>
                    <a:pt x="174" y="0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353;p58">
              <a:extLst>
                <a:ext uri="{FF2B5EF4-FFF2-40B4-BE49-F238E27FC236}">
                  <a16:creationId xmlns:a16="http://schemas.microsoft.com/office/drawing/2014/main" id="{33530610-F4E8-A697-5199-396CD8A2F10E}"/>
                </a:ext>
              </a:extLst>
            </p:cNvPr>
            <p:cNvSpPr/>
            <p:nvPr/>
          </p:nvSpPr>
          <p:spPr>
            <a:xfrm>
              <a:off x="2487758" y="2667295"/>
              <a:ext cx="17095" cy="22899"/>
            </a:xfrm>
            <a:custGeom>
              <a:avLst/>
              <a:gdLst/>
              <a:ahLst/>
              <a:cxnLst/>
              <a:rect l="l" t="t" r="r" b="b"/>
              <a:pathLst>
                <a:path w="651" h="872" extrusionOk="0">
                  <a:moveTo>
                    <a:pt x="469" y="1"/>
                  </a:moveTo>
                  <a:cubicBezTo>
                    <a:pt x="450" y="1"/>
                    <a:pt x="431" y="4"/>
                    <a:pt x="412" y="10"/>
                  </a:cubicBezTo>
                  <a:cubicBezTo>
                    <a:pt x="0" y="144"/>
                    <a:pt x="0" y="728"/>
                    <a:pt x="412" y="862"/>
                  </a:cubicBezTo>
                  <a:cubicBezTo>
                    <a:pt x="432" y="868"/>
                    <a:pt x="452" y="871"/>
                    <a:pt x="471" y="871"/>
                  </a:cubicBezTo>
                  <a:cubicBezTo>
                    <a:pt x="571" y="871"/>
                    <a:pt x="651" y="794"/>
                    <a:pt x="651" y="690"/>
                  </a:cubicBezTo>
                  <a:lnTo>
                    <a:pt x="651" y="183"/>
                  </a:lnTo>
                  <a:cubicBezTo>
                    <a:pt x="651" y="125"/>
                    <a:pt x="622" y="68"/>
                    <a:pt x="574" y="39"/>
                  </a:cubicBezTo>
                  <a:cubicBezTo>
                    <a:pt x="543" y="14"/>
                    <a:pt x="506" y="1"/>
                    <a:pt x="469" y="1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354;p58">
              <a:extLst>
                <a:ext uri="{FF2B5EF4-FFF2-40B4-BE49-F238E27FC236}">
                  <a16:creationId xmlns:a16="http://schemas.microsoft.com/office/drawing/2014/main" id="{EAFF542E-E83A-22A2-7836-7A2BCADF2475}"/>
                </a:ext>
              </a:extLst>
            </p:cNvPr>
            <p:cNvSpPr/>
            <p:nvPr/>
          </p:nvSpPr>
          <p:spPr>
            <a:xfrm>
              <a:off x="2518666" y="2707184"/>
              <a:ext cx="28413" cy="32536"/>
            </a:xfrm>
            <a:custGeom>
              <a:avLst/>
              <a:gdLst/>
              <a:ahLst/>
              <a:cxnLst/>
              <a:rect l="l" t="t" r="r" b="b"/>
              <a:pathLst>
                <a:path w="1082" h="1239" extrusionOk="0">
                  <a:moveTo>
                    <a:pt x="188" y="1"/>
                  </a:moveTo>
                  <a:cubicBezTo>
                    <a:pt x="87" y="1"/>
                    <a:pt x="0" y="80"/>
                    <a:pt x="0" y="176"/>
                  </a:cubicBezTo>
                  <a:lnTo>
                    <a:pt x="0" y="702"/>
                  </a:lnTo>
                  <a:cubicBezTo>
                    <a:pt x="0" y="750"/>
                    <a:pt x="20" y="798"/>
                    <a:pt x="58" y="836"/>
                  </a:cubicBezTo>
                  <a:lnTo>
                    <a:pt x="412" y="1190"/>
                  </a:lnTo>
                  <a:cubicBezTo>
                    <a:pt x="441" y="1219"/>
                    <a:pt x="488" y="1238"/>
                    <a:pt x="536" y="1238"/>
                  </a:cubicBezTo>
                  <a:cubicBezTo>
                    <a:pt x="575" y="1238"/>
                    <a:pt x="622" y="1219"/>
                    <a:pt x="661" y="1181"/>
                  </a:cubicBezTo>
                  <a:lnTo>
                    <a:pt x="1024" y="798"/>
                  </a:lnTo>
                  <a:cubicBezTo>
                    <a:pt x="1063" y="769"/>
                    <a:pt x="1072" y="721"/>
                    <a:pt x="1082" y="683"/>
                  </a:cubicBezTo>
                  <a:lnTo>
                    <a:pt x="1082" y="185"/>
                  </a:lnTo>
                  <a:cubicBezTo>
                    <a:pt x="1082" y="137"/>
                    <a:pt x="1063" y="90"/>
                    <a:pt x="1024" y="61"/>
                  </a:cubicBezTo>
                  <a:cubicBezTo>
                    <a:pt x="996" y="23"/>
                    <a:pt x="948" y="4"/>
                    <a:pt x="900" y="4"/>
                  </a:cubicBezTo>
                  <a:lnTo>
                    <a:pt x="862" y="4"/>
                  </a:lnTo>
                  <a:cubicBezTo>
                    <a:pt x="785" y="23"/>
                    <a:pt x="718" y="32"/>
                    <a:pt x="651" y="32"/>
                  </a:cubicBezTo>
                  <a:lnTo>
                    <a:pt x="431" y="32"/>
                  </a:lnTo>
                  <a:cubicBezTo>
                    <a:pt x="364" y="32"/>
                    <a:pt x="287" y="23"/>
                    <a:pt x="220" y="4"/>
                  </a:cubicBezTo>
                  <a:cubicBezTo>
                    <a:pt x="210" y="2"/>
                    <a:pt x="199" y="1"/>
                    <a:pt x="188" y="1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9355;p58">
              <a:extLst>
                <a:ext uri="{FF2B5EF4-FFF2-40B4-BE49-F238E27FC236}">
                  <a16:creationId xmlns:a16="http://schemas.microsoft.com/office/drawing/2014/main" id="{CE194EF0-B5EA-180A-AFAF-C777EB058466}"/>
                </a:ext>
              </a:extLst>
            </p:cNvPr>
            <p:cNvSpPr/>
            <p:nvPr/>
          </p:nvSpPr>
          <p:spPr>
            <a:xfrm>
              <a:off x="2518404" y="2707446"/>
              <a:ext cx="17384" cy="32510"/>
            </a:xfrm>
            <a:custGeom>
              <a:avLst/>
              <a:gdLst/>
              <a:ahLst/>
              <a:cxnLst/>
              <a:rect l="l" t="t" r="r" b="b"/>
              <a:pathLst>
                <a:path w="662" h="1238" extrusionOk="0">
                  <a:moveTo>
                    <a:pt x="182" y="0"/>
                  </a:moveTo>
                  <a:cubicBezTo>
                    <a:pt x="89" y="0"/>
                    <a:pt x="10" y="80"/>
                    <a:pt x="10" y="175"/>
                  </a:cubicBezTo>
                  <a:lnTo>
                    <a:pt x="10" y="702"/>
                  </a:lnTo>
                  <a:cubicBezTo>
                    <a:pt x="1" y="750"/>
                    <a:pt x="20" y="797"/>
                    <a:pt x="58" y="836"/>
                  </a:cubicBezTo>
                  <a:lnTo>
                    <a:pt x="422" y="1180"/>
                  </a:lnTo>
                  <a:cubicBezTo>
                    <a:pt x="451" y="1218"/>
                    <a:pt x="498" y="1238"/>
                    <a:pt x="537" y="1238"/>
                  </a:cubicBezTo>
                  <a:cubicBezTo>
                    <a:pt x="585" y="1238"/>
                    <a:pt x="632" y="1209"/>
                    <a:pt x="661" y="1180"/>
                  </a:cubicBezTo>
                  <a:cubicBezTo>
                    <a:pt x="632" y="1171"/>
                    <a:pt x="604" y="1152"/>
                    <a:pt x="585" y="1132"/>
                  </a:cubicBezTo>
                  <a:lnTo>
                    <a:pt x="221" y="778"/>
                  </a:lnTo>
                  <a:cubicBezTo>
                    <a:pt x="183" y="740"/>
                    <a:pt x="163" y="692"/>
                    <a:pt x="163" y="644"/>
                  </a:cubicBezTo>
                  <a:lnTo>
                    <a:pt x="163" y="118"/>
                  </a:lnTo>
                  <a:cubicBezTo>
                    <a:pt x="173" y="80"/>
                    <a:pt x="183" y="32"/>
                    <a:pt x="211" y="3"/>
                  </a:cubicBezTo>
                  <a:cubicBezTo>
                    <a:pt x="201" y="1"/>
                    <a:pt x="192" y="0"/>
                    <a:pt x="182" y="0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9356;p58">
              <a:extLst>
                <a:ext uri="{FF2B5EF4-FFF2-40B4-BE49-F238E27FC236}">
                  <a16:creationId xmlns:a16="http://schemas.microsoft.com/office/drawing/2014/main" id="{FE9B467C-2F09-3E72-36AD-56BE4E7E9629}"/>
                </a:ext>
              </a:extLst>
            </p:cNvPr>
            <p:cNvSpPr/>
            <p:nvPr/>
          </p:nvSpPr>
          <p:spPr>
            <a:xfrm>
              <a:off x="2502333" y="2650357"/>
              <a:ext cx="60844" cy="65230"/>
            </a:xfrm>
            <a:custGeom>
              <a:avLst/>
              <a:gdLst/>
              <a:ahLst/>
              <a:cxnLst/>
              <a:rect l="l" t="t" r="r" b="b"/>
              <a:pathLst>
                <a:path w="2317" h="2484" extrusionOk="0">
                  <a:moveTo>
                    <a:pt x="1594" y="0"/>
                  </a:moveTo>
                  <a:cubicBezTo>
                    <a:pt x="1582" y="0"/>
                    <a:pt x="1570" y="5"/>
                    <a:pt x="1560" y="14"/>
                  </a:cubicBezTo>
                  <a:cubicBezTo>
                    <a:pt x="1311" y="206"/>
                    <a:pt x="1024" y="340"/>
                    <a:pt x="728" y="426"/>
                  </a:cubicBezTo>
                  <a:cubicBezTo>
                    <a:pt x="632" y="454"/>
                    <a:pt x="536" y="474"/>
                    <a:pt x="441" y="493"/>
                  </a:cubicBezTo>
                  <a:cubicBezTo>
                    <a:pt x="354" y="512"/>
                    <a:pt x="259" y="521"/>
                    <a:pt x="163" y="531"/>
                  </a:cubicBezTo>
                  <a:cubicBezTo>
                    <a:pt x="77" y="531"/>
                    <a:pt x="0" y="617"/>
                    <a:pt x="0" y="703"/>
                  </a:cubicBezTo>
                  <a:lnTo>
                    <a:pt x="0" y="1431"/>
                  </a:lnTo>
                  <a:cubicBezTo>
                    <a:pt x="0" y="2014"/>
                    <a:pt x="469" y="2483"/>
                    <a:pt x="1053" y="2483"/>
                  </a:cubicBezTo>
                  <a:lnTo>
                    <a:pt x="1264" y="2483"/>
                  </a:lnTo>
                  <a:cubicBezTo>
                    <a:pt x="1847" y="2483"/>
                    <a:pt x="2316" y="2014"/>
                    <a:pt x="2316" y="1431"/>
                  </a:cubicBezTo>
                  <a:lnTo>
                    <a:pt x="2316" y="675"/>
                  </a:lnTo>
                  <a:cubicBezTo>
                    <a:pt x="2316" y="608"/>
                    <a:pt x="2278" y="541"/>
                    <a:pt x="2201" y="512"/>
                  </a:cubicBezTo>
                  <a:cubicBezTo>
                    <a:pt x="2182" y="502"/>
                    <a:pt x="2163" y="493"/>
                    <a:pt x="2144" y="483"/>
                  </a:cubicBezTo>
                  <a:cubicBezTo>
                    <a:pt x="1933" y="407"/>
                    <a:pt x="1771" y="253"/>
                    <a:pt x="1666" y="52"/>
                  </a:cubicBezTo>
                  <a:lnTo>
                    <a:pt x="1656" y="43"/>
                  </a:lnTo>
                  <a:cubicBezTo>
                    <a:pt x="1643" y="17"/>
                    <a:pt x="1618" y="0"/>
                    <a:pt x="1594" y="0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9357;p58">
              <a:extLst>
                <a:ext uri="{FF2B5EF4-FFF2-40B4-BE49-F238E27FC236}">
                  <a16:creationId xmlns:a16="http://schemas.microsoft.com/office/drawing/2014/main" id="{B5BD31A7-B8EC-D2A2-1D3C-82B38BDECA9F}"/>
                </a:ext>
              </a:extLst>
            </p:cNvPr>
            <p:cNvSpPr/>
            <p:nvPr/>
          </p:nvSpPr>
          <p:spPr>
            <a:xfrm>
              <a:off x="2502569" y="2650331"/>
              <a:ext cx="44012" cy="65256"/>
            </a:xfrm>
            <a:custGeom>
              <a:avLst/>
              <a:gdLst/>
              <a:ahLst/>
              <a:cxnLst/>
              <a:rect l="l" t="t" r="r" b="b"/>
              <a:pathLst>
                <a:path w="1676" h="2485" extrusionOk="0">
                  <a:moveTo>
                    <a:pt x="1596" y="1"/>
                  </a:moveTo>
                  <a:cubicBezTo>
                    <a:pt x="1583" y="1"/>
                    <a:pt x="1571" y="5"/>
                    <a:pt x="1561" y="15"/>
                  </a:cubicBezTo>
                  <a:cubicBezTo>
                    <a:pt x="1312" y="207"/>
                    <a:pt x="1025" y="341"/>
                    <a:pt x="719" y="427"/>
                  </a:cubicBezTo>
                  <a:cubicBezTo>
                    <a:pt x="633" y="455"/>
                    <a:pt x="537" y="475"/>
                    <a:pt x="441" y="494"/>
                  </a:cubicBezTo>
                  <a:cubicBezTo>
                    <a:pt x="345" y="513"/>
                    <a:pt x="259" y="522"/>
                    <a:pt x="164" y="532"/>
                  </a:cubicBezTo>
                  <a:cubicBezTo>
                    <a:pt x="68" y="532"/>
                    <a:pt x="1" y="609"/>
                    <a:pt x="1" y="704"/>
                  </a:cubicBezTo>
                  <a:lnTo>
                    <a:pt x="1" y="1432"/>
                  </a:lnTo>
                  <a:cubicBezTo>
                    <a:pt x="1" y="2015"/>
                    <a:pt x="470" y="2484"/>
                    <a:pt x="1044" y="2484"/>
                  </a:cubicBezTo>
                  <a:lnTo>
                    <a:pt x="1264" y="2484"/>
                  </a:lnTo>
                  <a:cubicBezTo>
                    <a:pt x="680" y="2484"/>
                    <a:pt x="211" y="2015"/>
                    <a:pt x="211" y="1432"/>
                  </a:cubicBezTo>
                  <a:lnTo>
                    <a:pt x="211" y="704"/>
                  </a:lnTo>
                  <a:cubicBezTo>
                    <a:pt x="211" y="618"/>
                    <a:pt x="278" y="532"/>
                    <a:pt x="374" y="532"/>
                  </a:cubicBezTo>
                  <a:cubicBezTo>
                    <a:pt x="470" y="522"/>
                    <a:pt x="566" y="513"/>
                    <a:pt x="652" y="494"/>
                  </a:cubicBezTo>
                  <a:cubicBezTo>
                    <a:pt x="747" y="475"/>
                    <a:pt x="843" y="455"/>
                    <a:pt x="939" y="427"/>
                  </a:cubicBezTo>
                  <a:cubicBezTo>
                    <a:pt x="1197" y="350"/>
                    <a:pt x="1446" y="235"/>
                    <a:pt x="1676" y="82"/>
                  </a:cubicBezTo>
                  <a:lnTo>
                    <a:pt x="1666" y="53"/>
                  </a:lnTo>
                  <a:lnTo>
                    <a:pt x="1657" y="34"/>
                  </a:lnTo>
                  <a:cubicBezTo>
                    <a:pt x="1644" y="16"/>
                    <a:pt x="1619" y="1"/>
                    <a:pt x="1596" y="1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4" name="Google Shape;9358;p58">
              <a:extLst>
                <a:ext uri="{FF2B5EF4-FFF2-40B4-BE49-F238E27FC236}">
                  <a16:creationId xmlns:a16="http://schemas.microsoft.com/office/drawing/2014/main" id="{9A009497-638D-72B6-FB6F-1DC29B45F333}"/>
                </a:ext>
              </a:extLst>
            </p:cNvPr>
            <p:cNvSpPr/>
            <p:nvPr/>
          </p:nvSpPr>
          <p:spPr>
            <a:xfrm>
              <a:off x="2345009" y="2534367"/>
              <a:ext cx="122162" cy="64363"/>
            </a:xfrm>
            <a:custGeom>
              <a:avLst/>
              <a:gdLst/>
              <a:ahLst/>
              <a:cxnLst/>
              <a:rect l="l" t="t" r="r" b="b"/>
              <a:pathLst>
                <a:path w="4652" h="2451" extrusionOk="0">
                  <a:moveTo>
                    <a:pt x="1771" y="0"/>
                  </a:moveTo>
                  <a:lnTo>
                    <a:pt x="708" y="421"/>
                  </a:lnTo>
                  <a:cubicBezTo>
                    <a:pt x="603" y="460"/>
                    <a:pt x="508" y="517"/>
                    <a:pt x="421" y="594"/>
                  </a:cubicBezTo>
                  <a:lnTo>
                    <a:pt x="402" y="613"/>
                  </a:lnTo>
                  <a:lnTo>
                    <a:pt x="383" y="622"/>
                  </a:lnTo>
                  <a:lnTo>
                    <a:pt x="374" y="632"/>
                  </a:lnTo>
                  <a:lnTo>
                    <a:pt x="345" y="661"/>
                  </a:lnTo>
                  <a:cubicBezTo>
                    <a:pt x="153" y="842"/>
                    <a:pt x="29" y="1091"/>
                    <a:pt x="0" y="1359"/>
                  </a:cubicBezTo>
                  <a:lnTo>
                    <a:pt x="0" y="1407"/>
                  </a:lnTo>
                  <a:lnTo>
                    <a:pt x="0" y="1417"/>
                  </a:lnTo>
                  <a:lnTo>
                    <a:pt x="0" y="1455"/>
                  </a:lnTo>
                  <a:lnTo>
                    <a:pt x="0" y="1484"/>
                  </a:lnTo>
                  <a:lnTo>
                    <a:pt x="0" y="1541"/>
                  </a:lnTo>
                  <a:lnTo>
                    <a:pt x="0" y="1713"/>
                  </a:lnTo>
                  <a:lnTo>
                    <a:pt x="0" y="2230"/>
                  </a:lnTo>
                  <a:cubicBezTo>
                    <a:pt x="0" y="2358"/>
                    <a:pt x="113" y="2451"/>
                    <a:pt x="240" y="2451"/>
                  </a:cubicBezTo>
                  <a:cubicBezTo>
                    <a:pt x="246" y="2451"/>
                    <a:pt x="253" y="2451"/>
                    <a:pt x="259" y="2450"/>
                  </a:cubicBezTo>
                  <a:lnTo>
                    <a:pt x="4403" y="2450"/>
                  </a:lnTo>
                  <a:cubicBezTo>
                    <a:pt x="4408" y="2451"/>
                    <a:pt x="4414" y="2451"/>
                    <a:pt x="4420" y="2451"/>
                  </a:cubicBezTo>
                  <a:cubicBezTo>
                    <a:pt x="4538" y="2451"/>
                    <a:pt x="4651" y="2358"/>
                    <a:pt x="4651" y="2230"/>
                  </a:cubicBezTo>
                  <a:lnTo>
                    <a:pt x="4651" y="1713"/>
                  </a:lnTo>
                  <a:lnTo>
                    <a:pt x="4651" y="1541"/>
                  </a:lnTo>
                  <a:lnTo>
                    <a:pt x="4613" y="1541"/>
                  </a:lnTo>
                  <a:lnTo>
                    <a:pt x="4613" y="1493"/>
                  </a:lnTo>
                  <a:lnTo>
                    <a:pt x="4613" y="1484"/>
                  </a:lnTo>
                  <a:lnTo>
                    <a:pt x="4613" y="1455"/>
                  </a:lnTo>
                  <a:lnTo>
                    <a:pt x="4613" y="1417"/>
                  </a:lnTo>
                  <a:lnTo>
                    <a:pt x="4613" y="1407"/>
                  </a:lnTo>
                  <a:lnTo>
                    <a:pt x="4613" y="1359"/>
                  </a:lnTo>
                  <a:cubicBezTo>
                    <a:pt x="4584" y="1091"/>
                    <a:pt x="4460" y="842"/>
                    <a:pt x="4269" y="661"/>
                  </a:cubicBezTo>
                  <a:lnTo>
                    <a:pt x="4249" y="632"/>
                  </a:lnTo>
                  <a:lnTo>
                    <a:pt x="4230" y="622"/>
                  </a:lnTo>
                  <a:lnTo>
                    <a:pt x="4221" y="613"/>
                  </a:lnTo>
                  <a:lnTo>
                    <a:pt x="4192" y="594"/>
                  </a:lnTo>
                  <a:cubicBezTo>
                    <a:pt x="4106" y="517"/>
                    <a:pt x="4010" y="460"/>
                    <a:pt x="3905" y="421"/>
                  </a:cubicBezTo>
                  <a:lnTo>
                    <a:pt x="2843" y="0"/>
                  </a:lnTo>
                  <a:lnTo>
                    <a:pt x="2584" y="278"/>
                  </a:lnTo>
                  <a:lnTo>
                    <a:pt x="2307" y="536"/>
                  </a:lnTo>
                  <a:lnTo>
                    <a:pt x="2039" y="278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7F91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9359;p58">
              <a:extLst>
                <a:ext uri="{FF2B5EF4-FFF2-40B4-BE49-F238E27FC236}">
                  <a16:creationId xmlns:a16="http://schemas.microsoft.com/office/drawing/2014/main" id="{4B8F3A11-283D-A48F-4C77-439A61DDB0FC}"/>
                </a:ext>
              </a:extLst>
            </p:cNvPr>
            <p:cNvSpPr/>
            <p:nvPr/>
          </p:nvSpPr>
          <p:spPr>
            <a:xfrm>
              <a:off x="2343486" y="2534367"/>
              <a:ext cx="49789" cy="64416"/>
            </a:xfrm>
            <a:custGeom>
              <a:avLst/>
              <a:gdLst/>
              <a:ahLst/>
              <a:cxnLst/>
              <a:rect l="l" t="t" r="r" b="b"/>
              <a:pathLst>
                <a:path w="1896" h="2453" extrusionOk="0">
                  <a:moveTo>
                    <a:pt x="1810" y="0"/>
                  </a:moveTo>
                  <a:lnTo>
                    <a:pt x="747" y="412"/>
                  </a:lnTo>
                  <a:cubicBezTo>
                    <a:pt x="298" y="603"/>
                    <a:pt x="1" y="1053"/>
                    <a:pt x="20" y="1541"/>
                  </a:cubicBezTo>
                  <a:lnTo>
                    <a:pt x="20" y="2230"/>
                  </a:lnTo>
                  <a:cubicBezTo>
                    <a:pt x="29" y="2353"/>
                    <a:pt x="127" y="2452"/>
                    <a:pt x="247" y="2452"/>
                  </a:cubicBezTo>
                  <a:cubicBezTo>
                    <a:pt x="257" y="2452"/>
                    <a:pt x="268" y="2452"/>
                    <a:pt x="278" y="2450"/>
                  </a:cubicBezTo>
                  <a:lnTo>
                    <a:pt x="336" y="2450"/>
                  </a:lnTo>
                  <a:lnTo>
                    <a:pt x="336" y="1541"/>
                  </a:lnTo>
                  <a:cubicBezTo>
                    <a:pt x="317" y="1053"/>
                    <a:pt x="604" y="603"/>
                    <a:pt x="1063" y="412"/>
                  </a:cubicBezTo>
                  <a:lnTo>
                    <a:pt x="1896" y="86"/>
                  </a:lnTo>
                  <a:lnTo>
                    <a:pt x="1810" y="0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9360;p58">
              <a:extLst>
                <a:ext uri="{FF2B5EF4-FFF2-40B4-BE49-F238E27FC236}">
                  <a16:creationId xmlns:a16="http://schemas.microsoft.com/office/drawing/2014/main" id="{E318D845-1E8B-43AF-95AC-AA75D2946C79}"/>
                </a:ext>
              </a:extLst>
            </p:cNvPr>
            <p:cNvSpPr/>
            <p:nvPr/>
          </p:nvSpPr>
          <p:spPr>
            <a:xfrm>
              <a:off x="2366122" y="2432819"/>
              <a:ext cx="77414" cy="54831"/>
            </a:xfrm>
            <a:custGeom>
              <a:avLst/>
              <a:gdLst/>
              <a:ahLst/>
              <a:cxnLst/>
              <a:rect l="l" t="t" r="r" b="b"/>
              <a:pathLst>
                <a:path w="2948" h="2088" extrusionOk="0">
                  <a:moveTo>
                    <a:pt x="2603" y="1800"/>
                  </a:moveTo>
                  <a:lnTo>
                    <a:pt x="2594" y="1810"/>
                  </a:lnTo>
                  <a:lnTo>
                    <a:pt x="2594" y="1810"/>
                  </a:lnTo>
                  <a:lnTo>
                    <a:pt x="2594" y="1810"/>
                  </a:lnTo>
                  <a:lnTo>
                    <a:pt x="2565" y="1829"/>
                  </a:lnTo>
                  <a:lnTo>
                    <a:pt x="2565" y="1819"/>
                  </a:lnTo>
                  <a:lnTo>
                    <a:pt x="2603" y="1800"/>
                  </a:lnTo>
                  <a:close/>
                  <a:moveTo>
                    <a:pt x="1417" y="1"/>
                  </a:moveTo>
                  <a:cubicBezTo>
                    <a:pt x="641" y="1"/>
                    <a:pt x="10" y="632"/>
                    <a:pt x="0" y="1417"/>
                  </a:cubicBezTo>
                  <a:lnTo>
                    <a:pt x="0" y="2078"/>
                  </a:lnTo>
                  <a:cubicBezTo>
                    <a:pt x="0" y="2078"/>
                    <a:pt x="326" y="2049"/>
                    <a:pt x="364" y="1896"/>
                  </a:cubicBezTo>
                  <a:cubicBezTo>
                    <a:pt x="373" y="1877"/>
                    <a:pt x="393" y="1857"/>
                    <a:pt x="393" y="1838"/>
                  </a:cubicBezTo>
                  <a:cubicBezTo>
                    <a:pt x="574" y="1838"/>
                    <a:pt x="1436" y="1829"/>
                    <a:pt x="1924" y="1245"/>
                  </a:cubicBezTo>
                  <a:cubicBezTo>
                    <a:pt x="2029" y="1532"/>
                    <a:pt x="2259" y="1752"/>
                    <a:pt x="2555" y="1838"/>
                  </a:cubicBezTo>
                  <a:cubicBezTo>
                    <a:pt x="2565" y="1857"/>
                    <a:pt x="2575" y="1877"/>
                    <a:pt x="2584" y="1896"/>
                  </a:cubicBezTo>
                  <a:cubicBezTo>
                    <a:pt x="2632" y="2049"/>
                    <a:pt x="2948" y="2087"/>
                    <a:pt x="2948" y="2087"/>
                  </a:cubicBezTo>
                  <a:lnTo>
                    <a:pt x="2948" y="1417"/>
                  </a:lnTo>
                  <a:cubicBezTo>
                    <a:pt x="2948" y="642"/>
                    <a:pt x="2316" y="1"/>
                    <a:pt x="1541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9361;p58">
              <a:extLst>
                <a:ext uri="{FF2B5EF4-FFF2-40B4-BE49-F238E27FC236}">
                  <a16:creationId xmlns:a16="http://schemas.microsoft.com/office/drawing/2014/main" id="{D50347E2-DA28-AD78-14E7-875830B3FE7A}"/>
                </a:ext>
              </a:extLst>
            </p:cNvPr>
            <p:cNvSpPr/>
            <p:nvPr/>
          </p:nvSpPr>
          <p:spPr>
            <a:xfrm>
              <a:off x="2366358" y="2433082"/>
              <a:ext cx="41990" cy="54568"/>
            </a:xfrm>
            <a:custGeom>
              <a:avLst/>
              <a:gdLst/>
              <a:ahLst/>
              <a:cxnLst/>
              <a:rect l="l" t="t" r="r" b="b"/>
              <a:pathLst>
                <a:path w="1599" h="2078" extrusionOk="0">
                  <a:moveTo>
                    <a:pt x="1417" y="0"/>
                  </a:moveTo>
                  <a:cubicBezTo>
                    <a:pt x="632" y="0"/>
                    <a:pt x="1" y="632"/>
                    <a:pt x="1" y="1407"/>
                  </a:cubicBezTo>
                  <a:lnTo>
                    <a:pt x="1" y="2077"/>
                  </a:lnTo>
                  <a:cubicBezTo>
                    <a:pt x="87" y="2068"/>
                    <a:pt x="173" y="2048"/>
                    <a:pt x="250" y="2010"/>
                  </a:cubicBezTo>
                  <a:lnTo>
                    <a:pt x="250" y="1780"/>
                  </a:lnTo>
                  <a:lnTo>
                    <a:pt x="250" y="1771"/>
                  </a:lnTo>
                  <a:lnTo>
                    <a:pt x="250" y="1407"/>
                  </a:lnTo>
                  <a:cubicBezTo>
                    <a:pt x="250" y="651"/>
                    <a:pt x="843" y="29"/>
                    <a:pt x="1599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9362;p58">
              <a:extLst>
                <a:ext uri="{FF2B5EF4-FFF2-40B4-BE49-F238E27FC236}">
                  <a16:creationId xmlns:a16="http://schemas.microsoft.com/office/drawing/2014/main" id="{7CE2159D-C9B3-EF4B-20A7-624978F41A28}"/>
                </a:ext>
              </a:extLst>
            </p:cNvPr>
            <p:cNvSpPr/>
            <p:nvPr/>
          </p:nvSpPr>
          <p:spPr>
            <a:xfrm>
              <a:off x="2433216" y="2481847"/>
              <a:ext cx="16859" cy="22610"/>
            </a:xfrm>
            <a:custGeom>
              <a:avLst/>
              <a:gdLst/>
              <a:ahLst/>
              <a:cxnLst/>
              <a:rect l="l" t="t" r="r" b="b"/>
              <a:pathLst>
                <a:path w="642" h="861" extrusionOk="0">
                  <a:moveTo>
                    <a:pt x="174" y="0"/>
                  </a:moveTo>
                  <a:cubicBezTo>
                    <a:pt x="81" y="0"/>
                    <a:pt x="0" y="78"/>
                    <a:pt x="0" y="182"/>
                  </a:cubicBezTo>
                  <a:lnTo>
                    <a:pt x="0" y="689"/>
                  </a:lnTo>
                  <a:cubicBezTo>
                    <a:pt x="0" y="785"/>
                    <a:pt x="81" y="861"/>
                    <a:pt x="174" y="861"/>
                  </a:cubicBezTo>
                  <a:cubicBezTo>
                    <a:pt x="192" y="861"/>
                    <a:pt x="211" y="858"/>
                    <a:pt x="230" y="852"/>
                  </a:cubicBezTo>
                  <a:cubicBezTo>
                    <a:pt x="268" y="842"/>
                    <a:pt x="297" y="833"/>
                    <a:pt x="326" y="813"/>
                  </a:cubicBezTo>
                  <a:cubicBezTo>
                    <a:pt x="364" y="775"/>
                    <a:pt x="393" y="746"/>
                    <a:pt x="431" y="727"/>
                  </a:cubicBezTo>
                  <a:cubicBezTo>
                    <a:pt x="642" y="488"/>
                    <a:pt x="536" y="105"/>
                    <a:pt x="230" y="10"/>
                  </a:cubicBezTo>
                  <a:cubicBezTo>
                    <a:pt x="211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9363;p58">
              <a:extLst>
                <a:ext uri="{FF2B5EF4-FFF2-40B4-BE49-F238E27FC236}">
                  <a16:creationId xmlns:a16="http://schemas.microsoft.com/office/drawing/2014/main" id="{9A13C8A8-1072-61E4-5E1A-DB36B95903C8}"/>
                </a:ext>
              </a:extLst>
            </p:cNvPr>
            <p:cNvSpPr/>
            <p:nvPr/>
          </p:nvSpPr>
          <p:spPr>
            <a:xfrm>
              <a:off x="2360082" y="2481821"/>
              <a:ext cx="16859" cy="22636"/>
            </a:xfrm>
            <a:custGeom>
              <a:avLst/>
              <a:gdLst/>
              <a:ahLst/>
              <a:cxnLst/>
              <a:rect l="l" t="t" r="r" b="b"/>
              <a:pathLst>
                <a:path w="642" h="862" extrusionOk="0">
                  <a:moveTo>
                    <a:pt x="473" y="1"/>
                  </a:moveTo>
                  <a:cubicBezTo>
                    <a:pt x="453" y="1"/>
                    <a:pt x="432" y="4"/>
                    <a:pt x="412" y="11"/>
                  </a:cubicBezTo>
                  <a:cubicBezTo>
                    <a:pt x="1" y="135"/>
                    <a:pt x="1" y="728"/>
                    <a:pt x="412" y="853"/>
                  </a:cubicBezTo>
                  <a:cubicBezTo>
                    <a:pt x="431" y="859"/>
                    <a:pt x="450" y="862"/>
                    <a:pt x="468" y="862"/>
                  </a:cubicBezTo>
                  <a:cubicBezTo>
                    <a:pt x="561" y="862"/>
                    <a:pt x="642" y="786"/>
                    <a:pt x="642" y="690"/>
                  </a:cubicBezTo>
                  <a:lnTo>
                    <a:pt x="642" y="173"/>
                  </a:lnTo>
                  <a:cubicBezTo>
                    <a:pt x="642" y="116"/>
                    <a:pt x="613" y="68"/>
                    <a:pt x="575" y="30"/>
                  </a:cubicBezTo>
                  <a:cubicBezTo>
                    <a:pt x="544" y="11"/>
                    <a:pt x="509" y="1"/>
                    <a:pt x="473" y="1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9364;p58">
              <a:extLst>
                <a:ext uri="{FF2B5EF4-FFF2-40B4-BE49-F238E27FC236}">
                  <a16:creationId xmlns:a16="http://schemas.microsoft.com/office/drawing/2014/main" id="{0565ADEA-C23D-9C3B-4165-209932D86FFB}"/>
                </a:ext>
              </a:extLst>
            </p:cNvPr>
            <p:cNvSpPr/>
            <p:nvPr/>
          </p:nvSpPr>
          <p:spPr>
            <a:xfrm>
              <a:off x="2390754" y="2521657"/>
              <a:ext cx="28413" cy="32326"/>
            </a:xfrm>
            <a:custGeom>
              <a:avLst/>
              <a:gdLst/>
              <a:ahLst/>
              <a:cxnLst/>
              <a:rect l="l" t="t" r="r" b="b"/>
              <a:pathLst>
                <a:path w="1082" h="1231" extrusionOk="0">
                  <a:moveTo>
                    <a:pt x="179" y="0"/>
                  </a:moveTo>
                  <a:cubicBezTo>
                    <a:pt x="89" y="0"/>
                    <a:pt x="10" y="78"/>
                    <a:pt x="10" y="178"/>
                  </a:cubicBezTo>
                  <a:lnTo>
                    <a:pt x="10" y="695"/>
                  </a:lnTo>
                  <a:cubicBezTo>
                    <a:pt x="0" y="752"/>
                    <a:pt x="19" y="800"/>
                    <a:pt x="58" y="838"/>
                  </a:cubicBezTo>
                  <a:lnTo>
                    <a:pt x="421" y="1183"/>
                  </a:lnTo>
                  <a:cubicBezTo>
                    <a:pt x="450" y="1221"/>
                    <a:pt x="488" y="1231"/>
                    <a:pt x="536" y="1231"/>
                  </a:cubicBezTo>
                  <a:cubicBezTo>
                    <a:pt x="584" y="1231"/>
                    <a:pt x="632" y="1212"/>
                    <a:pt x="660" y="1183"/>
                  </a:cubicBezTo>
                  <a:lnTo>
                    <a:pt x="1034" y="800"/>
                  </a:lnTo>
                  <a:cubicBezTo>
                    <a:pt x="1062" y="762"/>
                    <a:pt x="1082" y="723"/>
                    <a:pt x="1082" y="676"/>
                  </a:cubicBezTo>
                  <a:lnTo>
                    <a:pt x="1082" y="187"/>
                  </a:lnTo>
                  <a:cubicBezTo>
                    <a:pt x="1082" y="140"/>
                    <a:pt x="1062" y="92"/>
                    <a:pt x="1034" y="54"/>
                  </a:cubicBezTo>
                  <a:cubicBezTo>
                    <a:pt x="995" y="25"/>
                    <a:pt x="948" y="6"/>
                    <a:pt x="900" y="6"/>
                  </a:cubicBezTo>
                  <a:lnTo>
                    <a:pt x="861" y="6"/>
                  </a:lnTo>
                  <a:cubicBezTo>
                    <a:pt x="812" y="20"/>
                    <a:pt x="763" y="29"/>
                    <a:pt x="714" y="29"/>
                  </a:cubicBezTo>
                  <a:cubicBezTo>
                    <a:pt x="696" y="29"/>
                    <a:pt x="678" y="27"/>
                    <a:pt x="660" y="25"/>
                  </a:cubicBezTo>
                  <a:lnTo>
                    <a:pt x="440" y="25"/>
                  </a:lnTo>
                  <a:cubicBezTo>
                    <a:pt x="420" y="27"/>
                    <a:pt x="400" y="29"/>
                    <a:pt x="380" y="29"/>
                  </a:cubicBezTo>
                  <a:cubicBezTo>
                    <a:pt x="327" y="29"/>
                    <a:pt x="276" y="20"/>
                    <a:pt x="220" y="6"/>
                  </a:cubicBezTo>
                  <a:cubicBezTo>
                    <a:pt x="206" y="2"/>
                    <a:pt x="193" y="0"/>
                    <a:pt x="179" y="0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9365;p58">
              <a:extLst>
                <a:ext uri="{FF2B5EF4-FFF2-40B4-BE49-F238E27FC236}">
                  <a16:creationId xmlns:a16="http://schemas.microsoft.com/office/drawing/2014/main" id="{7F559F8B-3246-238A-442D-733601B715FB}"/>
                </a:ext>
              </a:extLst>
            </p:cNvPr>
            <p:cNvSpPr/>
            <p:nvPr/>
          </p:nvSpPr>
          <p:spPr>
            <a:xfrm>
              <a:off x="2390754" y="2521972"/>
              <a:ext cx="17358" cy="32274"/>
            </a:xfrm>
            <a:custGeom>
              <a:avLst/>
              <a:gdLst/>
              <a:ahLst/>
              <a:cxnLst/>
              <a:rect l="l" t="t" r="r" b="b"/>
              <a:pathLst>
                <a:path w="661" h="1229" extrusionOk="0">
                  <a:moveTo>
                    <a:pt x="178" y="0"/>
                  </a:moveTo>
                  <a:cubicBezTo>
                    <a:pt x="85" y="0"/>
                    <a:pt x="0" y="72"/>
                    <a:pt x="0" y="175"/>
                  </a:cubicBezTo>
                  <a:lnTo>
                    <a:pt x="0" y="692"/>
                  </a:lnTo>
                  <a:cubicBezTo>
                    <a:pt x="0" y="750"/>
                    <a:pt x="19" y="798"/>
                    <a:pt x="58" y="836"/>
                  </a:cubicBezTo>
                  <a:lnTo>
                    <a:pt x="421" y="1180"/>
                  </a:lnTo>
                  <a:cubicBezTo>
                    <a:pt x="450" y="1209"/>
                    <a:pt x="488" y="1228"/>
                    <a:pt x="536" y="1228"/>
                  </a:cubicBezTo>
                  <a:cubicBezTo>
                    <a:pt x="584" y="1228"/>
                    <a:pt x="632" y="1209"/>
                    <a:pt x="660" y="1180"/>
                  </a:cubicBezTo>
                  <a:cubicBezTo>
                    <a:pt x="632" y="1171"/>
                    <a:pt x="603" y="1152"/>
                    <a:pt x="574" y="1123"/>
                  </a:cubicBezTo>
                  <a:lnTo>
                    <a:pt x="220" y="778"/>
                  </a:lnTo>
                  <a:cubicBezTo>
                    <a:pt x="182" y="740"/>
                    <a:pt x="163" y="692"/>
                    <a:pt x="163" y="635"/>
                  </a:cubicBezTo>
                  <a:lnTo>
                    <a:pt x="163" y="118"/>
                  </a:lnTo>
                  <a:cubicBezTo>
                    <a:pt x="163" y="70"/>
                    <a:pt x="182" y="32"/>
                    <a:pt x="211" y="3"/>
                  </a:cubicBezTo>
                  <a:cubicBezTo>
                    <a:pt x="200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9366;p58">
              <a:extLst>
                <a:ext uri="{FF2B5EF4-FFF2-40B4-BE49-F238E27FC236}">
                  <a16:creationId xmlns:a16="http://schemas.microsoft.com/office/drawing/2014/main" id="{1A580C4A-CA01-CDD3-AB53-0029208A5DED}"/>
                </a:ext>
              </a:extLst>
            </p:cNvPr>
            <p:cNvSpPr/>
            <p:nvPr/>
          </p:nvSpPr>
          <p:spPr>
            <a:xfrm>
              <a:off x="2374657" y="2464804"/>
              <a:ext cx="60844" cy="65309"/>
            </a:xfrm>
            <a:custGeom>
              <a:avLst/>
              <a:gdLst/>
              <a:ahLst/>
              <a:cxnLst/>
              <a:rect l="l" t="t" r="r" b="b"/>
              <a:pathLst>
                <a:path w="2317" h="2487" extrusionOk="0">
                  <a:moveTo>
                    <a:pt x="1601" y="1"/>
                  </a:moveTo>
                  <a:cubicBezTo>
                    <a:pt x="1586" y="1"/>
                    <a:pt x="1572" y="6"/>
                    <a:pt x="1561" y="17"/>
                  </a:cubicBezTo>
                  <a:cubicBezTo>
                    <a:pt x="1312" y="199"/>
                    <a:pt x="1025" y="343"/>
                    <a:pt x="728" y="429"/>
                  </a:cubicBezTo>
                  <a:cubicBezTo>
                    <a:pt x="632" y="458"/>
                    <a:pt x="537" y="477"/>
                    <a:pt x="441" y="496"/>
                  </a:cubicBezTo>
                  <a:cubicBezTo>
                    <a:pt x="355" y="515"/>
                    <a:pt x="259" y="525"/>
                    <a:pt x="163" y="525"/>
                  </a:cubicBezTo>
                  <a:cubicBezTo>
                    <a:pt x="68" y="534"/>
                    <a:pt x="1" y="611"/>
                    <a:pt x="1" y="706"/>
                  </a:cubicBezTo>
                  <a:lnTo>
                    <a:pt x="1" y="1434"/>
                  </a:lnTo>
                  <a:cubicBezTo>
                    <a:pt x="1" y="2018"/>
                    <a:pt x="470" y="2486"/>
                    <a:pt x="1053" y="2486"/>
                  </a:cubicBezTo>
                  <a:lnTo>
                    <a:pt x="1264" y="2486"/>
                  </a:lnTo>
                  <a:cubicBezTo>
                    <a:pt x="1848" y="2486"/>
                    <a:pt x="2317" y="2018"/>
                    <a:pt x="2317" y="1434"/>
                  </a:cubicBezTo>
                  <a:lnTo>
                    <a:pt x="2317" y="678"/>
                  </a:lnTo>
                  <a:cubicBezTo>
                    <a:pt x="2317" y="601"/>
                    <a:pt x="2269" y="534"/>
                    <a:pt x="2202" y="505"/>
                  </a:cubicBezTo>
                  <a:cubicBezTo>
                    <a:pt x="2183" y="505"/>
                    <a:pt x="2163" y="496"/>
                    <a:pt x="2144" y="486"/>
                  </a:cubicBezTo>
                  <a:cubicBezTo>
                    <a:pt x="1934" y="400"/>
                    <a:pt x="1762" y="247"/>
                    <a:pt x="1666" y="56"/>
                  </a:cubicBezTo>
                  <a:lnTo>
                    <a:pt x="1656" y="36"/>
                  </a:lnTo>
                  <a:cubicBezTo>
                    <a:pt x="1645" y="13"/>
                    <a:pt x="1623" y="1"/>
                    <a:pt x="1601" y="1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9367;p58">
              <a:extLst>
                <a:ext uri="{FF2B5EF4-FFF2-40B4-BE49-F238E27FC236}">
                  <a16:creationId xmlns:a16="http://schemas.microsoft.com/office/drawing/2014/main" id="{AAD5AA85-29FC-E7A4-94D1-FE9837147F82}"/>
                </a:ext>
              </a:extLst>
            </p:cNvPr>
            <p:cNvSpPr/>
            <p:nvPr/>
          </p:nvSpPr>
          <p:spPr>
            <a:xfrm>
              <a:off x="2374657" y="2464620"/>
              <a:ext cx="44248" cy="65230"/>
            </a:xfrm>
            <a:custGeom>
              <a:avLst/>
              <a:gdLst/>
              <a:ahLst/>
              <a:cxnLst/>
              <a:rect l="l" t="t" r="r" b="b"/>
              <a:pathLst>
                <a:path w="1685" h="2484" extrusionOk="0">
                  <a:moveTo>
                    <a:pt x="1605" y="1"/>
                  </a:moveTo>
                  <a:cubicBezTo>
                    <a:pt x="1592" y="1"/>
                    <a:pt x="1580" y="5"/>
                    <a:pt x="1570" y="15"/>
                  </a:cubicBezTo>
                  <a:cubicBezTo>
                    <a:pt x="1312" y="206"/>
                    <a:pt x="1034" y="340"/>
                    <a:pt x="728" y="426"/>
                  </a:cubicBezTo>
                  <a:cubicBezTo>
                    <a:pt x="632" y="455"/>
                    <a:pt x="546" y="474"/>
                    <a:pt x="450" y="493"/>
                  </a:cubicBezTo>
                  <a:cubicBezTo>
                    <a:pt x="355" y="512"/>
                    <a:pt x="259" y="522"/>
                    <a:pt x="173" y="532"/>
                  </a:cubicBezTo>
                  <a:cubicBezTo>
                    <a:pt x="77" y="532"/>
                    <a:pt x="1" y="618"/>
                    <a:pt x="1" y="704"/>
                  </a:cubicBezTo>
                  <a:lnTo>
                    <a:pt x="1" y="1431"/>
                  </a:lnTo>
                  <a:cubicBezTo>
                    <a:pt x="1" y="2015"/>
                    <a:pt x="470" y="2484"/>
                    <a:pt x="1053" y="2484"/>
                  </a:cubicBezTo>
                  <a:lnTo>
                    <a:pt x="1264" y="2484"/>
                  </a:lnTo>
                  <a:cubicBezTo>
                    <a:pt x="690" y="2484"/>
                    <a:pt x="221" y="2015"/>
                    <a:pt x="211" y="1441"/>
                  </a:cubicBezTo>
                  <a:lnTo>
                    <a:pt x="211" y="713"/>
                  </a:lnTo>
                  <a:cubicBezTo>
                    <a:pt x="211" y="618"/>
                    <a:pt x="288" y="541"/>
                    <a:pt x="383" y="532"/>
                  </a:cubicBezTo>
                  <a:cubicBezTo>
                    <a:pt x="470" y="522"/>
                    <a:pt x="565" y="512"/>
                    <a:pt x="661" y="493"/>
                  </a:cubicBezTo>
                  <a:cubicBezTo>
                    <a:pt x="757" y="474"/>
                    <a:pt x="852" y="455"/>
                    <a:pt x="938" y="426"/>
                  </a:cubicBezTo>
                  <a:cubicBezTo>
                    <a:pt x="1206" y="350"/>
                    <a:pt x="1455" y="235"/>
                    <a:pt x="1685" y="82"/>
                  </a:cubicBezTo>
                  <a:lnTo>
                    <a:pt x="1666" y="53"/>
                  </a:lnTo>
                  <a:lnTo>
                    <a:pt x="1656" y="34"/>
                  </a:lnTo>
                  <a:cubicBezTo>
                    <a:pt x="1650" y="15"/>
                    <a:pt x="1628" y="1"/>
                    <a:pt x="1605" y="1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9368;p58">
              <a:extLst>
                <a:ext uri="{FF2B5EF4-FFF2-40B4-BE49-F238E27FC236}">
                  <a16:creationId xmlns:a16="http://schemas.microsoft.com/office/drawing/2014/main" id="{38073E45-9406-1346-223F-A72B6AEEC313}"/>
                </a:ext>
              </a:extLst>
            </p:cNvPr>
            <p:cNvSpPr/>
            <p:nvPr/>
          </p:nvSpPr>
          <p:spPr>
            <a:xfrm>
              <a:off x="2216072" y="2719579"/>
              <a:ext cx="122424" cy="64888"/>
            </a:xfrm>
            <a:custGeom>
              <a:avLst/>
              <a:gdLst/>
              <a:ahLst/>
              <a:cxnLst/>
              <a:rect l="l" t="t" r="r" b="b"/>
              <a:pathLst>
                <a:path w="4662" h="2471" extrusionOk="0">
                  <a:moveTo>
                    <a:pt x="1771" y="0"/>
                  </a:moveTo>
                  <a:lnTo>
                    <a:pt x="709" y="431"/>
                  </a:lnTo>
                  <a:cubicBezTo>
                    <a:pt x="604" y="469"/>
                    <a:pt x="508" y="527"/>
                    <a:pt x="422" y="594"/>
                  </a:cubicBezTo>
                  <a:lnTo>
                    <a:pt x="403" y="613"/>
                  </a:lnTo>
                  <a:lnTo>
                    <a:pt x="384" y="632"/>
                  </a:lnTo>
                  <a:lnTo>
                    <a:pt x="374" y="642"/>
                  </a:lnTo>
                  <a:lnTo>
                    <a:pt x="345" y="661"/>
                  </a:lnTo>
                  <a:cubicBezTo>
                    <a:pt x="154" y="852"/>
                    <a:pt x="39" y="1091"/>
                    <a:pt x="1" y="1359"/>
                  </a:cubicBezTo>
                  <a:lnTo>
                    <a:pt x="1" y="1407"/>
                  </a:lnTo>
                  <a:lnTo>
                    <a:pt x="1" y="1417"/>
                  </a:lnTo>
                  <a:lnTo>
                    <a:pt x="1" y="1455"/>
                  </a:lnTo>
                  <a:lnTo>
                    <a:pt x="1" y="1484"/>
                  </a:lnTo>
                  <a:lnTo>
                    <a:pt x="1" y="1493"/>
                  </a:lnTo>
                  <a:lnTo>
                    <a:pt x="1" y="1551"/>
                  </a:lnTo>
                  <a:lnTo>
                    <a:pt x="1" y="1714"/>
                  </a:lnTo>
                  <a:lnTo>
                    <a:pt x="1" y="2249"/>
                  </a:lnTo>
                  <a:cubicBezTo>
                    <a:pt x="1" y="2377"/>
                    <a:pt x="114" y="2470"/>
                    <a:pt x="241" y="2470"/>
                  </a:cubicBezTo>
                  <a:cubicBezTo>
                    <a:pt x="247" y="2470"/>
                    <a:pt x="253" y="2470"/>
                    <a:pt x="259" y="2470"/>
                  </a:cubicBezTo>
                  <a:lnTo>
                    <a:pt x="4403" y="2470"/>
                  </a:lnTo>
                  <a:cubicBezTo>
                    <a:pt x="4409" y="2470"/>
                    <a:pt x="4415" y="2470"/>
                    <a:pt x="4421" y="2470"/>
                  </a:cubicBezTo>
                  <a:cubicBezTo>
                    <a:pt x="4547" y="2470"/>
                    <a:pt x="4652" y="2377"/>
                    <a:pt x="4661" y="2249"/>
                  </a:cubicBezTo>
                  <a:lnTo>
                    <a:pt x="4661" y="1733"/>
                  </a:lnTo>
                  <a:lnTo>
                    <a:pt x="4661" y="1560"/>
                  </a:lnTo>
                  <a:lnTo>
                    <a:pt x="4642" y="1560"/>
                  </a:lnTo>
                  <a:lnTo>
                    <a:pt x="4642" y="1503"/>
                  </a:lnTo>
                  <a:lnTo>
                    <a:pt x="4642" y="1493"/>
                  </a:lnTo>
                  <a:lnTo>
                    <a:pt x="4642" y="1465"/>
                  </a:lnTo>
                  <a:lnTo>
                    <a:pt x="4642" y="1436"/>
                  </a:lnTo>
                  <a:lnTo>
                    <a:pt x="4642" y="1417"/>
                  </a:lnTo>
                  <a:lnTo>
                    <a:pt x="4642" y="1369"/>
                  </a:lnTo>
                  <a:cubicBezTo>
                    <a:pt x="4604" y="1111"/>
                    <a:pt x="4489" y="862"/>
                    <a:pt x="4298" y="670"/>
                  </a:cubicBezTo>
                  <a:lnTo>
                    <a:pt x="4269" y="651"/>
                  </a:lnTo>
                  <a:lnTo>
                    <a:pt x="4260" y="642"/>
                  </a:lnTo>
                  <a:lnTo>
                    <a:pt x="4240" y="623"/>
                  </a:lnTo>
                  <a:lnTo>
                    <a:pt x="4221" y="603"/>
                  </a:lnTo>
                  <a:cubicBezTo>
                    <a:pt x="4135" y="536"/>
                    <a:pt x="4030" y="479"/>
                    <a:pt x="3934" y="441"/>
                  </a:cubicBezTo>
                  <a:lnTo>
                    <a:pt x="2872" y="10"/>
                  </a:lnTo>
                  <a:lnTo>
                    <a:pt x="2604" y="288"/>
                  </a:lnTo>
                  <a:lnTo>
                    <a:pt x="2336" y="556"/>
                  </a:lnTo>
                  <a:lnTo>
                    <a:pt x="2039" y="278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rgbClr val="7F91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9369;p58">
              <a:extLst>
                <a:ext uri="{FF2B5EF4-FFF2-40B4-BE49-F238E27FC236}">
                  <a16:creationId xmlns:a16="http://schemas.microsoft.com/office/drawing/2014/main" id="{9FA625AB-9F4A-4BC8-BAAE-C8C7EDE021B5}"/>
                </a:ext>
              </a:extLst>
            </p:cNvPr>
            <p:cNvSpPr/>
            <p:nvPr/>
          </p:nvSpPr>
          <p:spPr>
            <a:xfrm>
              <a:off x="2215075" y="2720078"/>
              <a:ext cx="50025" cy="64390"/>
            </a:xfrm>
            <a:custGeom>
              <a:avLst/>
              <a:gdLst/>
              <a:ahLst/>
              <a:cxnLst/>
              <a:rect l="l" t="t" r="r" b="b"/>
              <a:pathLst>
                <a:path w="1905" h="2452" extrusionOk="0">
                  <a:moveTo>
                    <a:pt x="1809" y="1"/>
                  </a:moveTo>
                  <a:lnTo>
                    <a:pt x="756" y="412"/>
                  </a:lnTo>
                  <a:cubicBezTo>
                    <a:pt x="297" y="594"/>
                    <a:pt x="0" y="1044"/>
                    <a:pt x="29" y="1541"/>
                  </a:cubicBezTo>
                  <a:lnTo>
                    <a:pt x="29" y="2230"/>
                  </a:lnTo>
                  <a:cubicBezTo>
                    <a:pt x="29" y="2358"/>
                    <a:pt x="134" y="2451"/>
                    <a:pt x="260" y="2451"/>
                  </a:cubicBezTo>
                  <a:cubicBezTo>
                    <a:pt x="266" y="2451"/>
                    <a:pt x="272" y="2451"/>
                    <a:pt x="278" y="2451"/>
                  </a:cubicBezTo>
                  <a:lnTo>
                    <a:pt x="335" y="2451"/>
                  </a:lnTo>
                  <a:lnTo>
                    <a:pt x="335" y="1541"/>
                  </a:lnTo>
                  <a:cubicBezTo>
                    <a:pt x="316" y="1053"/>
                    <a:pt x="603" y="594"/>
                    <a:pt x="1063" y="412"/>
                  </a:cubicBezTo>
                  <a:lnTo>
                    <a:pt x="1905" y="87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9370;p58">
              <a:extLst>
                <a:ext uri="{FF2B5EF4-FFF2-40B4-BE49-F238E27FC236}">
                  <a16:creationId xmlns:a16="http://schemas.microsoft.com/office/drawing/2014/main" id="{5C367A11-5BB4-D699-77EB-64399A42C99A}"/>
                </a:ext>
              </a:extLst>
            </p:cNvPr>
            <p:cNvSpPr/>
            <p:nvPr/>
          </p:nvSpPr>
          <p:spPr>
            <a:xfrm>
              <a:off x="2237947" y="2618294"/>
              <a:ext cx="77178" cy="54805"/>
            </a:xfrm>
            <a:custGeom>
              <a:avLst/>
              <a:gdLst/>
              <a:ahLst/>
              <a:cxnLst/>
              <a:rect l="l" t="t" r="r" b="b"/>
              <a:pathLst>
                <a:path w="2939" h="2087" extrusionOk="0">
                  <a:moveTo>
                    <a:pt x="2594" y="1800"/>
                  </a:moveTo>
                  <a:lnTo>
                    <a:pt x="2584" y="1809"/>
                  </a:lnTo>
                  <a:lnTo>
                    <a:pt x="2556" y="1829"/>
                  </a:lnTo>
                  <a:lnTo>
                    <a:pt x="2594" y="1800"/>
                  </a:lnTo>
                  <a:close/>
                  <a:moveTo>
                    <a:pt x="2594" y="1800"/>
                  </a:moveTo>
                  <a:lnTo>
                    <a:pt x="2584" y="1819"/>
                  </a:lnTo>
                  <a:lnTo>
                    <a:pt x="2579" y="1830"/>
                  </a:lnTo>
                  <a:lnTo>
                    <a:pt x="2594" y="1800"/>
                  </a:lnTo>
                  <a:close/>
                  <a:moveTo>
                    <a:pt x="1417" y="1"/>
                  </a:moveTo>
                  <a:cubicBezTo>
                    <a:pt x="63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0" y="2087"/>
                    <a:pt x="316" y="2049"/>
                    <a:pt x="354" y="1896"/>
                  </a:cubicBezTo>
                  <a:cubicBezTo>
                    <a:pt x="374" y="1876"/>
                    <a:pt x="383" y="1867"/>
                    <a:pt x="393" y="1848"/>
                  </a:cubicBezTo>
                  <a:cubicBezTo>
                    <a:pt x="575" y="1848"/>
                    <a:pt x="1426" y="1829"/>
                    <a:pt x="1914" y="1245"/>
                  </a:cubicBezTo>
                  <a:cubicBezTo>
                    <a:pt x="2020" y="1532"/>
                    <a:pt x="2249" y="1762"/>
                    <a:pt x="2546" y="1848"/>
                  </a:cubicBezTo>
                  <a:cubicBezTo>
                    <a:pt x="2556" y="1867"/>
                    <a:pt x="2565" y="1886"/>
                    <a:pt x="2584" y="1896"/>
                  </a:cubicBezTo>
                  <a:cubicBezTo>
                    <a:pt x="2623" y="2058"/>
                    <a:pt x="2938" y="2087"/>
                    <a:pt x="2938" y="2087"/>
                  </a:cubicBezTo>
                  <a:lnTo>
                    <a:pt x="2938" y="1417"/>
                  </a:lnTo>
                  <a:cubicBezTo>
                    <a:pt x="2938" y="642"/>
                    <a:pt x="2316" y="10"/>
                    <a:pt x="1532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9371;p58">
              <a:extLst>
                <a:ext uri="{FF2B5EF4-FFF2-40B4-BE49-F238E27FC236}">
                  <a16:creationId xmlns:a16="http://schemas.microsoft.com/office/drawing/2014/main" id="{5CAF6679-F559-1FC0-32FF-D8C8BFBF571F}"/>
                </a:ext>
              </a:extLst>
            </p:cNvPr>
            <p:cNvSpPr/>
            <p:nvPr/>
          </p:nvSpPr>
          <p:spPr>
            <a:xfrm>
              <a:off x="2237947" y="2618294"/>
              <a:ext cx="41990" cy="54805"/>
            </a:xfrm>
            <a:custGeom>
              <a:avLst/>
              <a:gdLst/>
              <a:ahLst/>
              <a:cxnLst/>
              <a:rect l="l" t="t" r="r" b="b"/>
              <a:pathLst>
                <a:path w="1599" h="2087" extrusionOk="0">
                  <a:moveTo>
                    <a:pt x="1417" y="1"/>
                  </a:moveTo>
                  <a:cubicBezTo>
                    <a:pt x="64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86" y="2077"/>
                    <a:pt x="173" y="2049"/>
                    <a:pt x="249" y="2010"/>
                  </a:cubicBezTo>
                  <a:lnTo>
                    <a:pt x="249" y="1781"/>
                  </a:lnTo>
                  <a:lnTo>
                    <a:pt x="249" y="1417"/>
                  </a:lnTo>
                  <a:cubicBezTo>
                    <a:pt x="249" y="661"/>
                    <a:pt x="843" y="39"/>
                    <a:pt x="1599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9372;p58">
              <a:extLst>
                <a:ext uri="{FF2B5EF4-FFF2-40B4-BE49-F238E27FC236}">
                  <a16:creationId xmlns:a16="http://schemas.microsoft.com/office/drawing/2014/main" id="{BD0D6674-8846-6C7B-7A5B-058C733DFE6C}"/>
                </a:ext>
              </a:extLst>
            </p:cNvPr>
            <p:cNvSpPr/>
            <p:nvPr/>
          </p:nvSpPr>
          <p:spPr>
            <a:xfrm>
              <a:off x="2304805" y="2667321"/>
              <a:ext cx="16859" cy="22794"/>
            </a:xfrm>
            <a:custGeom>
              <a:avLst/>
              <a:gdLst/>
              <a:ahLst/>
              <a:cxnLst/>
              <a:rect l="l" t="t" r="r" b="b"/>
              <a:pathLst>
                <a:path w="642" h="868" extrusionOk="0">
                  <a:moveTo>
                    <a:pt x="174" y="0"/>
                  </a:moveTo>
                  <a:cubicBezTo>
                    <a:pt x="80" y="0"/>
                    <a:pt x="0" y="78"/>
                    <a:pt x="0" y="182"/>
                  </a:cubicBezTo>
                  <a:lnTo>
                    <a:pt x="0" y="689"/>
                  </a:lnTo>
                  <a:cubicBezTo>
                    <a:pt x="0" y="796"/>
                    <a:pt x="85" y="867"/>
                    <a:pt x="181" y="867"/>
                  </a:cubicBezTo>
                  <a:cubicBezTo>
                    <a:pt x="197" y="867"/>
                    <a:pt x="213" y="865"/>
                    <a:pt x="230" y="861"/>
                  </a:cubicBezTo>
                  <a:cubicBezTo>
                    <a:pt x="268" y="852"/>
                    <a:pt x="297" y="832"/>
                    <a:pt x="335" y="813"/>
                  </a:cubicBezTo>
                  <a:cubicBezTo>
                    <a:pt x="364" y="785"/>
                    <a:pt x="392" y="756"/>
                    <a:pt x="431" y="727"/>
                  </a:cubicBezTo>
                  <a:cubicBezTo>
                    <a:pt x="641" y="488"/>
                    <a:pt x="536" y="105"/>
                    <a:pt x="230" y="9"/>
                  </a:cubicBezTo>
                  <a:cubicBezTo>
                    <a:pt x="211" y="3"/>
                    <a:pt x="192" y="0"/>
                    <a:pt x="174" y="0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9373;p58">
              <a:extLst>
                <a:ext uri="{FF2B5EF4-FFF2-40B4-BE49-F238E27FC236}">
                  <a16:creationId xmlns:a16="http://schemas.microsoft.com/office/drawing/2014/main" id="{9D1FE6BC-9E66-6D51-1139-666524966030}"/>
                </a:ext>
              </a:extLst>
            </p:cNvPr>
            <p:cNvSpPr/>
            <p:nvPr/>
          </p:nvSpPr>
          <p:spPr>
            <a:xfrm>
              <a:off x="2231671" y="2667295"/>
              <a:ext cx="17095" cy="22899"/>
            </a:xfrm>
            <a:custGeom>
              <a:avLst/>
              <a:gdLst/>
              <a:ahLst/>
              <a:cxnLst/>
              <a:rect l="l" t="t" r="r" b="b"/>
              <a:pathLst>
                <a:path w="651" h="872" extrusionOk="0">
                  <a:moveTo>
                    <a:pt x="472" y="1"/>
                  </a:moveTo>
                  <a:cubicBezTo>
                    <a:pt x="454" y="1"/>
                    <a:pt x="437" y="4"/>
                    <a:pt x="421" y="10"/>
                  </a:cubicBezTo>
                  <a:cubicBezTo>
                    <a:pt x="0" y="144"/>
                    <a:pt x="0" y="728"/>
                    <a:pt x="421" y="862"/>
                  </a:cubicBezTo>
                  <a:cubicBezTo>
                    <a:pt x="440" y="868"/>
                    <a:pt x="459" y="871"/>
                    <a:pt x="477" y="871"/>
                  </a:cubicBezTo>
                  <a:cubicBezTo>
                    <a:pt x="570" y="871"/>
                    <a:pt x="651" y="794"/>
                    <a:pt x="651" y="690"/>
                  </a:cubicBezTo>
                  <a:lnTo>
                    <a:pt x="651" y="183"/>
                  </a:lnTo>
                  <a:cubicBezTo>
                    <a:pt x="651" y="125"/>
                    <a:pt x="622" y="68"/>
                    <a:pt x="574" y="39"/>
                  </a:cubicBezTo>
                  <a:cubicBezTo>
                    <a:pt x="542" y="14"/>
                    <a:pt x="506" y="1"/>
                    <a:pt x="472" y="1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9374;p58">
              <a:extLst>
                <a:ext uri="{FF2B5EF4-FFF2-40B4-BE49-F238E27FC236}">
                  <a16:creationId xmlns:a16="http://schemas.microsoft.com/office/drawing/2014/main" id="{DCD137A5-8DA4-8B23-3D95-B23D464A79CA}"/>
                </a:ext>
              </a:extLst>
            </p:cNvPr>
            <p:cNvSpPr/>
            <p:nvPr/>
          </p:nvSpPr>
          <p:spPr>
            <a:xfrm>
              <a:off x="2262579" y="2707184"/>
              <a:ext cx="28413" cy="32536"/>
            </a:xfrm>
            <a:custGeom>
              <a:avLst/>
              <a:gdLst/>
              <a:ahLst/>
              <a:cxnLst/>
              <a:rect l="l" t="t" r="r" b="b"/>
              <a:pathLst>
                <a:path w="1082" h="1239" extrusionOk="0">
                  <a:moveTo>
                    <a:pt x="188" y="1"/>
                  </a:moveTo>
                  <a:cubicBezTo>
                    <a:pt x="87" y="1"/>
                    <a:pt x="0" y="80"/>
                    <a:pt x="0" y="176"/>
                  </a:cubicBezTo>
                  <a:lnTo>
                    <a:pt x="0" y="702"/>
                  </a:lnTo>
                  <a:cubicBezTo>
                    <a:pt x="0" y="750"/>
                    <a:pt x="19" y="798"/>
                    <a:pt x="58" y="836"/>
                  </a:cubicBezTo>
                  <a:lnTo>
                    <a:pt x="412" y="1190"/>
                  </a:lnTo>
                  <a:cubicBezTo>
                    <a:pt x="440" y="1219"/>
                    <a:pt x="488" y="1238"/>
                    <a:pt x="536" y="1238"/>
                  </a:cubicBezTo>
                  <a:cubicBezTo>
                    <a:pt x="574" y="1238"/>
                    <a:pt x="622" y="1219"/>
                    <a:pt x="661" y="1181"/>
                  </a:cubicBezTo>
                  <a:lnTo>
                    <a:pt x="1024" y="798"/>
                  </a:lnTo>
                  <a:cubicBezTo>
                    <a:pt x="1063" y="769"/>
                    <a:pt x="1072" y="721"/>
                    <a:pt x="1082" y="683"/>
                  </a:cubicBezTo>
                  <a:lnTo>
                    <a:pt x="1082" y="185"/>
                  </a:lnTo>
                  <a:cubicBezTo>
                    <a:pt x="1082" y="137"/>
                    <a:pt x="1063" y="90"/>
                    <a:pt x="1024" y="61"/>
                  </a:cubicBezTo>
                  <a:cubicBezTo>
                    <a:pt x="996" y="23"/>
                    <a:pt x="948" y="4"/>
                    <a:pt x="900" y="4"/>
                  </a:cubicBezTo>
                  <a:lnTo>
                    <a:pt x="862" y="4"/>
                  </a:lnTo>
                  <a:cubicBezTo>
                    <a:pt x="785" y="23"/>
                    <a:pt x="718" y="32"/>
                    <a:pt x="651" y="32"/>
                  </a:cubicBezTo>
                  <a:lnTo>
                    <a:pt x="431" y="32"/>
                  </a:lnTo>
                  <a:cubicBezTo>
                    <a:pt x="364" y="32"/>
                    <a:pt x="287" y="23"/>
                    <a:pt x="220" y="4"/>
                  </a:cubicBezTo>
                  <a:cubicBezTo>
                    <a:pt x="209" y="2"/>
                    <a:pt x="199" y="1"/>
                    <a:pt x="188" y="1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9375;p58">
              <a:extLst>
                <a:ext uri="{FF2B5EF4-FFF2-40B4-BE49-F238E27FC236}">
                  <a16:creationId xmlns:a16="http://schemas.microsoft.com/office/drawing/2014/main" id="{CFFDCC18-531D-547F-749D-E502EABD588B}"/>
                </a:ext>
              </a:extLst>
            </p:cNvPr>
            <p:cNvSpPr/>
            <p:nvPr/>
          </p:nvSpPr>
          <p:spPr>
            <a:xfrm>
              <a:off x="2262316" y="2707446"/>
              <a:ext cx="17384" cy="32510"/>
            </a:xfrm>
            <a:custGeom>
              <a:avLst/>
              <a:gdLst/>
              <a:ahLst/>
              <a:cxnLst/>
              <a:rect l="l" t="t" r="r" b="b"/>
              <a:pathLst>
                <a:path w="662" h="1238" extrusionOk="0">
                  <a:moveTo>
                    <a:pt x="182" y="0"/>
                  </a:moveTo>
                  <a:cubicBezTo>
                    <a:pt x="89" y="0"/>
                    <a:pt x="10" y="80"/>
                    <a:pt x="10" y="175"/>
                  </a:cubicBezTo>
                  <a:lnTo>
                    <a:pt x="10" y="702"/>
                  </a:lnTo>
                  <a:cubicBezTo>
                    <a:pt x="1" y="750"/>
                    <a:pt x="20" y="797"/>
                    <a:pt x="58" y="836"/>
                  </a:cubicBezTo>
                  <a:lnTo>
                    <a:pt x="422" y="1180"/>
                  </a:lnTo>
                  <a:cubicBezTo>
                    <a:pt x="450" y="1218"/>
                    <a:pt x="498" y="1238"/>
                    <a:pt x="537" y="1238"/>
                  </a:cubicBezTo>
                  <a:cubicBezTo>
                    <a:pt x="584" y="1238"/>
                    <a:pt x="632" y="1209"/>
                    <a:pt x="661" y="1180"/>
                  </a:cubicBezTo>
                  <a:cubicBezTo>
                    <a:pt x="632" y="1171"/>
                    <a:pt x="604" y="1152"/>
                    <a:pt x="584" y="1132"/>
                  </a:cubicBezTo>
                  <a:lnTo>
                    <a:pt x="221" y="778"/>
                  </a:lnTo>
                  <a:cubicBezTo>
                    <a:pt x="182" y="740"/>
                    <a:pt x="163" y="692"/>
                    <a:pt x="173" y="644"/>
                  </a:cubicBezTo>
                  <a:lnTo>
                    <a:pt x="173" y="118"/>
                  </a:lnTo>
                  <a:cubicBezTo>
                    <a:pt x="173" y="80"/>
                    <a:pt x="182" y="32"/>
                    <a:pt x="211" y="3"/>
                  </a:cubicBezTo>
                  <a:cubicBezTo>
                    <a:pt x="201" y="1"/>
                    <a:pt x="191" y="0"/>
                    <a:pt x="182" y="0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9376;p58">
              <a:extLst>
                <a:ext uri="{FF2B5EF4-FFF2-40B4-BE49-F238E27FC236}">
                  <a16:creationId xmlns:a16="http://schemas.microsoft.com/office/drawing/2014/main" id="{E7692CA4-5571-91F8-3C44-93EF549E4DA6}"/>
                </a:ext>
              </a:extLst>
            </p:cNvPr>
            <p:cNvSpPr/>
            <p:nvPr/>
          </p:nvSpPr>
          <p:spPr>
            <a:xfrm>
              <a:off x="2246245" y="2650357"/>
              <a:ext cx="60844" cy="65230"/>
            </a:xfrm>
            <a:custGeom>
              <a:avLst/>
              <a:gdLst/>
              <a:ahLst/>
              <a:cxnLst/>
              <a:rect l="l" t="t" r="r" b="b"/>
              <a:pathLst>
                <a:path w="2317" h="2484" extrusionOk="0">
                  <a:moveTo>
                    <a:pt x="1598" y="0"/>
                  </a:moveTo>
                  <a:cubicBezTo>
                    <a:pt x="1586" y="0"/>
                    <a:pt x="1573" y="5"/>
                    <a:pt x="1560" y="14"/>
                  </a:cubicBezTo>
                  <a:cubicBezTo>
                    <a:pt x="1311" y="206"/>
                    <a:pt x="1024" y="340"/>
                    <a:pt x="727" y="426"/>
                  </a:cubicBezTo>
                  <a:cubicBezTo>
                    <a:pt x="632" y="454"/>
                    <a:pt x="536" y="474"/>
                    <a:pt x="450" y="493"/>
                  </a:cubicBezTo>
                  <a:cubicBezTo>
                    <a:pt x="354" y="512"/>
                    <a:pt x="259" y="521"/>
                    <a:pt x="163" y="531"/>
                  </a:cubicBezTo>
                  <a:cubicBezTo>
                    <a:pt x="77" y="531"/>
                    <a:pt x="0" y="617"/>
                    <a:pt x="0" y="703"/>
                  </a:cubicBezTo>
                  <a:lnTo>
                    <a:pt x="0" y="1431"/>
                  </a:lnTo>
                  <a:cubicBezTo>
                    <a:pt x="0" y="2014"/>
                    <a:pt x="469" y="2483"/>
                    <a:pt x="1053" y="2483"/>
                  </a:cubicBezTo>
                  <a:lnTo>
                    <a:pt x="1273" y="2483"/>
                  </a:lnTo>
                  <a:cubicBezTo>
                    <a:pt x="1847" y="2483"/>
                    <a:pt x="2316" y="2014"/>
                    <a:pt x="2316" y="1431"/>
                  </a:cubicBezTo>
                  <a:lnTo>
                    <a:pt x="2316" y="675"/>
                  </a:lnTo>
                  <a:cubicBezTo>
                    <a:pt x="2316" y="608"/>
                    <a:pt x="2278" y="541"/>
                    <a:pt x="2211" y="512"/>
                  </a:cubicBezTo>
                  <a:cubicBezTo>
                    <a:pt x="2182" y="502"/>
                    <a:pt x="2163" y="493"/>
                    <a:pt x="2144" y="483"/>
                  </a:cubicBezTo>
                  <a:cubicBezTo>
                    <a:pt x="1933" y="407"/>
                    <a:pt x="1771" y="253"/>
                    <a:pt x="1665" y="52"/>
                  </a:cubicBezTo>
                  <a:lnTo>
                    <a:pt x="1656" y="43"/>
                  </a:lnTo>
                  <a:cubicBezTo>
                    <a:pt x="1643" y="17"/>
                    <a:pt x="1622" y="0"/>
                    <a:pt x="1598" y="0"/>
                  </a:cubicBezTo>
                  <a:close/>
                </a:path>
              </a:pathLst>
            </a:custGeom>
            <a:solidFill>
              <a:srgbClr val="CBD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9377;p58">
              <a:extLst>
                <a:ext uri="{FF2B5EF4-FFF2-40B4-BE49-F238E27FC236}">
                  <a16:creationId xmlns:a16="http://schemas.microsoft.com/office/drawing/2014/main" id="{2D474F0B-3CFD-CBDB-F632-5EF1587347A1}"/>
                </a:ext>
              </a:extLst>
            </p:cNvPr>
            <p:cNvSpPr/>
            <p:nvPr/>
          </p:nvSpPr>
          <p:spPr>
            <a:xfrm>
              <a:off x="2246482" y="2650331"/>
              <a:ext cx="44012" cy="65256"/>
            </a:xfrm>
            <a:custGeom>
              <a:avLst/>
              <a:gdLst/>
              <a:ahLst/>
              <a:cxnLst/>
              <a:rect l="l" t="t" r="r" b="b"/>
              <a:pathLst>
                <a:path w="1676" h="2485" extrusionOk="0">
                  <a:moveTo>
                    <a:pt x="1595" y="1"/>
                  </a:moveTo>
                  <a:cubicBezTo>
                    <a:pt x="1583" y="1"/>
                    <a:pt x="1571" y="5"/>
                    <a:pt x="1561" y="15"/>
                  </a:cubicBezTo>
                  <a:cubicBezTo>
                    <a:pt x="1312" y="207"/>
                    <a:pt x="1025" y="341"/>
                    <a:pt x="718" y="427"/>
                  </a:cubicBezTo>
                  <a:cubicBezTo>
                    <a:pt x="632" y="455"/>
                    <a:pt x="537" y="475"/>
                    <a:pt x="441" y="494"/>
                  </a:cubicBezTo>
                  <a:cubicBezTo>
                    <a:pt x="345" y="513"/>
                    <a:pt x="259" y="522"/>
                    <a:pt x="163" y="532"/>
                  </a:cubicBezTo>
                  <a:cubicBezTo>
                    <a:pt x="68" y="532"/>
                    <a:pt x="1" y="609"/>
                    <a:pt x="1" y="704"/>
                  </a:cubicBezTo>
                  <a:lnTo>
                    <a:pt x="1" y="1432"/>
                  </a:lnTo>
                  <a:cubicBezTo>
                    <a:pt x="1" y="2015"/>
                    <a:pt x="470" y="2484"/>
                    <a:pt x="1044" y="2484"/>
                  </a:cubicBezTo>
                  <a:lnTo>
                    <a:pt x="1264" y="2484"/>
                  </a:lnTo>
                  <a:cubicBezTo>
                    <a:pt x="680" y="2484"/>
                    <a:pt x="211" y="2015"/>
                    <a:pt x="211" y="1432"/>
                  </a:cubicBezTo>
                  <a:lnTo>
                    <a:pt x="211" y="704"/>
                  </a:lnTo>
                  <a:cubicBezTo>
                    <a:pt x="211" y="618"/>
                    <a:pt x="278" y="532"/>
                    <a:pt x="374" y="532"/>
                  </a:cubicBezTo>
                  <a:cubicBezTo>
                    <a:pt x="470" y="522"/>
                    <a:pt x="565" y="513"/>
                    <a:pt x="652" y="494"/>
                  </a:cubicBezTo>
                  <a:cubicBezTo>
                    <a:pt x="747" y="475"/>
                    <a:pt x="843" y="455"/>
                    <a:pt x="929" y="427"/>
                  </a:cubicBezTo>
                  <a:cubicBezTo>
                    <a:pt x="1197" y="350"/>
                    <a:pt x="1446" y="235"/>
                    <a:pt x="1676" y="82"/>
                  </a:cubicBezTo>
                  <a:lnTo>
                    <a:pt x="1656" y="53"/>
                  </a:lnTo>
                  <a:lnTo>
                    <a:pt x="1647" y="34"/>
                  </a:lnTo>
                  <a:cubicBezTo>
                    <a:pt x="1641" y="16"/>
                    <a:pt x="1618" y="1"/>
                    <a:pt x="1595" y="1"/>
                  </a:cubicBezTo>
                  <a:close/>
                </a:path>
              </a:pathLst>
            </a:custGeom>
            <a:solidFill>
              <a:srgbClr val="B7C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31"/>
          <p:cNvSpPr txBox="1">
            <a:spLocks noGrp="1"/>
          </p:cNvSpPr>
          <p:nvPr>
            <p:ph type="subTitle" idx="6"/>
          </p:nvPr>
        </p:nvSpPr>
        <p:spPr>
          <a:xfrm>
            <a:off x="1183471" y="2993428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Security</a:t>
            </a:r>
            <a:endParaRPr dirty="0"/>
          </a:p>
        </p:txBody>
      </p:sp>
      <p:sp>
        <p:nvSpPr>
          <p:cNvPr id="1614" name="Google Shape;1614;p31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The </a:t>
            </a:r>
            <a:r>
              <a:rPr lang="hu-HU" dirty="0" err="1"/>
              <a:t>aim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network</a:t>
            </a:r>
            <a:endParaRPr dirty="0"/>
          </a:p>
        </p:txBody>
      </p:sp>
      <p:sp>
        <p:nvSpPr>
          <p:cNvPr id="1615" name="Google Shape;1615;p31"/>
          <p:cNvSpPr txBox="1">
            <a:spLocks noGrp="1"/>
          </p:cNvSpPr>
          <p:nvPr>
            <p:ph type="subTitle" idx="1"/>
          </p:nvPr>
        </p:nvSpPr>
        <p:spPr>
          <a:xfrm>
            <a:off x="1183472" y="1702328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the budget, we chose the best hardware and software components.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6" name="Google Shape;1616;p31"/>
          <p:cNvSpPr txBox="1">
            <a:spLocks noGrp="1"/>
          </p:cNvSpPr>
          <p:nvPr>
            <p:ph type="subTitle" idx="2"/>
          </p:nvPr>
        </p:nvSpPr>
        <p:spPr>
          <a:xfrm>
            <a:off x="5101868" y="1694778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implemented redundant elements like more routers and switches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one</a:t>
            </a:r>
            <a:r>
              <a:rPr lang="hu-HU" dirty="0"/>
              <a:t> of </a:t>
            </a:r>
            <a:r>
              <a:rPr lang="hu-HU" dirty="0" err="1"/>
              <a:t>them</a:t>
            </a:r>
            <a:r>
              <a:rPr lang="hu-HU" dirty="0"/>
              <a:t> </a:t>
            </a:r>
            <a:r>
              <a:rPr lang="hu-HU" dirty="0" err="1"/>
              <a:t>fails</a:t>
            </a:r>
            <a:r>
              <a:rPr lang="hu-HU" dirty="0"/>
              <a:t>.</a:t>
            </a:r>
            <a:endParaRPr dirty="0"/>
          </a:p>
        </p:txBody>
      </p:sp>
      <p:sp>
        <p:nvSpPr>
          <p:cNvPr id="1617" name="Google Shape;1617;p31"/>
          <p:cNvSpPr txBox="1">
            <a:spLocks noGrp="1"/>
          </p:cNvSpPr>
          <p:nvPr>
            <p:ph type="subTitle" idx="3"/>
          </p:nvPr>
        </p:nvSpPr>
        <p:spPr>
          <a:xfrm>
            <a:off x="1183471" y="3362903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Security is really important, that's why we used the likes of VPN, firewall, and ACLs.</a:t>
            </a:r>
            <a:endParaRPr dirty="0"/>
          </a:p>
        </p:txBody>
      </p:sp>
      <p:sp>
        <p:nvSpPr>
          <p:cNvPr id="1618" name="Google Shape;1618;p31"/>
          <p:cNvSpPr txBox="1">
            <a:spLocks noGrp="1"/>
          </p:cNvSpPr>
          <p:nvPr>
            <p:ph type="subTitle" idx="4"/>
          </p:nvPr>
        </p:nvSpPr>
        <p:spPr>
          <a:xfrm>
            <a:off x="5101868" y="3355353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used OSPF and IPv6 addresses, for the company to be able to improve in the future.</a:t>
            </a:r>
          </a:p>
        </p:txBody>
      </p:sp>
      <p:sp>
        <p:nvSpPr>
          <p:cNvPr id="1619" name="Google Shape;1619;p31"/>
          <p:cNvSpPr txBox="1">
            <a:spLocks noGrp="1"/>
          </p:cNvSpPr>
          <p:nvPr>
            <p:ph type="subTitle" idx="5"/>
          </p:nvPr>
        </p:nvSpPr>
        <p:spPr>
          <a:xfrm>
            <a:off x="1183471" y="1332778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Price-</a:t>
            </a:r>
            <a:r>
              <a:rPr lang="hu-HU" dirty="0" err="1"/>
              <a:t>value</a:t>
            </a:r>
            <a:r>
              <a:rPr lang="hu-HU" dirty="0"/>
              <a:t> </a:t>
            </a:r>
            <a:endParaRPr dirty="0"/>
          </a:p>
        </p:txBody>
      </p:sp>
      <p:sp>
        <p:nvSpPr>
          <p:cNvPr id="1620" name="Google Shape;1620;p31"/>
          <p:cNvSpPr txBox="1">
            <a:spLocks noGrp="1"/>
          </p:cNvSpPr>
          <p:nvPr>
            <p:ph type="subTitle" idx="7"/>
          </p:nvPr>
        </p:nvSpPr>
        <p:spPr>
          <a:xfrm>
            <a:off x="5101841" y="1325228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Redundancy</a:t>
            </a:r>
            <a:endParaRPr dirty="0"/>
          </a:p>
        </p:txBody>
      </p:sp>
      <p:sp>
        <p:nvSpPr>
          <p:cNvPr id="1621" name="Google Shape;1621;p31"/>
          <p:cNvSpPr txBox="1">
            <a:spLocks noGrp="1"/>
          </p:cNvSpPr>
          <p:nvPr>
            <p:ph type="subTitle" idx="8"/>
          </p:nvPr>
        </p:nvSpPr>
        <p:spPr>
          <a:xfrm>
            <a:off x="5101841" y="2985878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Adaptability</a:t>
            </a:r>
            <a:endParaRPr dirty="0"/>
          </a:p>
        </p:txBody>
      </p:sp>
      <p:grpSp>
        <p:nvGrpSpPr>
          <p:cNvPr id="15" name="Google Shape;16785;p62">
            <a:extLst>
              <a:ext uri="{FF2B5EF4-FFF2-40B4-BE49-F238E27FC236}">
                <a16:creationId xmlns:a16="http://schemas.microsoft.com/office/drawing/2014/main" id="{87582070-C38C-587E-58B8-EAFA3040AD87}"/>
              </a:ext>
            </a:extLst>
          </p:cNvPr>
          <p:cNvGrpSpPr/>
          <p:nvPr/>
        </p:nvGrpSpPr>
        <p:grpSpPr>
          <a:xfrm>
            <a:off x="251466" y="3277486"/>
            <a:ext cx="497831" cy="611468"/>
            <a:chOff x="4236601" y="1512666"/>
            <a:chExt cx="312981" cy="352697"/>
          </a:xfrm>
        </p:grpSpPr>
        <p:sp>
          <p:nvSpPr>
            <p:cNvPr id="16" name="Google Shape;16786;p62">
              <a:extLst>
                <a:ext uri="{FF2B5EF4-FFF2-40B4-BE49-F238E27FC236}">
                  <a16:creationId xmlns:a16="http://schemas.microsoft.com/office/drawing/2014/main" id="{0D58BDC9-DEBB-9559-5E0F-0E43CEB9EB6F}"/>
                </a:ext>
              </a:extLst>
            </p:cNvPr>
            <p:cNvSpPr/>
            <p:nvPr/>
          </p:nvSpPr>
          <p:spPr>
            <a:xfrm>
              <a:off x="4236601" y="1512666"/>
              <a:ext cx="312981" cy="352697"/>
            </a:xfrm>
            <a:custGeom>
              <a:avLst/>
              <a:gdLst/>
              <a:ahLst/>
              <a:cxnLst/>
              <a:rect l="l" t="t" r="r" b="b"/>
              <a:pathLst>
                <a:path w="11939" h="13454" extrusionOk="0">
                  <a:moveTo>
                    <a:pt x="5969" y="0"/>
                  </a:moveTo>
                  <a:cubicBezTo>
                    <a:pt x="5933" y="0"/>
                    <a:pt x="5897" y="11"/>
                    <a:pt x="5861" y="33"/>
                  </a:cubicBezTo>
                  <a:cubicBezTo>
                    <a:pt x="5832" y="47"/>
                    <a:pt x="2743" y="1895"/>
                    <a:pt x="404" y="1895"/>
                  </a:cubicBezTo>
                  <a:cubicBezTo>
                    <a:pt x="303" y="1895"/>
                    <a:pt x="217" y="1967"/>
                    <a:pt x="202" y="2068"/>
                  </a:cubicBezTo>
                  <a:cubicBezTo>
                    <a:pt x="0" y="3656"/>
                    <a:pt x="58" y="5273"/>
                    <a:pt x="390" y="6846"/>
                  </a:cubicBezTo>
                  <a:cubicBezTo>
                    <a:pt x="650" y="8218"/>
                    <a:pt x="1198" y="9517"/>
                    <a:pt x="2007" y="10657"/>
                  </a:cubicBezTo>
                  <a:cubicBezTo>
                    <a:pt x="2988" y="11971"/>
                    <a:pt x="4345" y="12952"/>
                    <a:pt x="5919" y="13443"/>
                  </a:cubicBezTo>
                  <a:cubicBezTo>
                    <a:pt x="5933" y="13450"/>
                    <a:pt x="5951" y="13454"/>
                    <a:pt x="5971" y="13454"/>
                  </a:cubicBezTo>
                  <a:cubicBezTo>
                    <a:pt x="5991" y="13454"/>
                    <a:pt x="6012" y="13450"/>
                    <a:pt x="6034" y="13443"/>
                  </a:cubicBezTo>
                  <a:cubicBezTo>
                    <a:pt x="7608" y="12952"/>
                    <a:pt x="8964" y="11971"/>
                    <a:pt x="9946" y="10657"/>
                  </a:cubicBezTo>
                  <a:cubicBezTo>
                    <a:pt x="10754" y="9517"/>
                    <a:pt x="11303" y="8218"/>
                    <a:pt x="11563" y="6846"/>
                  </a:cubicBezTo>
                  <a:cubicBezTo>
                    <a:pt x="11880" y="5273"/>
                    <a:pt x="11938" y="3656"/>
                    <a:pt x="11736" y="2068"/>
                  </a:cubicBezTo>
                  <a:cubicBezTo>
                    <a:pt x="11722" y="1967"/>
                    <a:pt x="11635" y="1895"/>
                    <a:pt x="11534" y="1895"/>
                  </a:cubicBezTo>
                  <a:cubicBezTo>
                    <a:pt x="9195" y="1895"/>
                    <a:pt x="6106" y="47"/>
                    <a:pt x="6077" y="33"/>
                  </a:cubicBezTo>
                  <a:cubicBezTo>
                    <a:pt x="6041" y="11"/>
                    <a:pt x="6005" y="0"/>
                    <a:pt x="596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787;p62">
              <a:extLst>
                <a:ext uri="{FF2B5EF4-FFF2-40B4-BE49-F238E27FC236}">
                  <a16:creationId xmlns:a16="http://schemas.microsoft.com/office/drawing/2014/main" id="{FD248943-5B17-BD58-4ECB-63461CD3411C}"/>
                </a:ext>
              </a:extLst>
            </p:cNvPr>
            <p:cNvSpPr/>
            <p:nvPr/>
          </p:nvSpPr>
          <p:spPr>
            <a:xfrm>
              <a:off x="4383798" y="1561557"/>
              <a:ext cx="165784" cy="303806"/>
            </a:xfrm>
            <a:custGeom>
              <a:avLst/>
              <a:gdLst/>
              <a:ahLst/>
              <a:cxnLst/>
              <a:rect l="l" t="t" r="r" b="b"/>
              <a:pathLst>
                <a:path w="6324" h="11589" extrusionOk="0">
                  <a:moveTo>
                    <a:pt x="5385" y="1"/>
                  </a:moveTo>
                  <a:cubicBezTo>
                    <a:pt x="5573" y="1618"/>
                    <a:pt x="5500" y="3249"/>
                    <a:pt x="5183" y="4837"/>
                  </a:cubicBezTo>
                  <a:cubicBezTo>
                    <a:pt x="4909" y="6251"/>
                    <a:pt x="4331" y="7608"/>
                    <a:pt x="3494" y="8792"/>
                  </a:cubicBezTo>
                  <a:cubicBezTo>
                    <a:pt x="2599" y="10005"/>
                    <a:pt x="1401" y="10929"/>
                    <a:pt x="0" y="11477"/>
                  </a:cubicBezTo>
                  <a:cubicBezTo>
                    <a:pt x="87" y="11520"/>
                    <a:pt x="188" y="11549"/>
                    <a:pt x="289" y="11578"/>
                  </a:cubicBezTo>
                  <a:cubicBezTo>
                    <a:pt x="311" y="11585"/>
                    <a:pt x="332" y="11589"/>
                    <a:pt x="354" y="11589"/>
                  </a:cubicBezTo>
                  <a:cubicBezTo>
                    <a:pt x="376" y="11589"/>
                    <a:pt x="397" y="11585"/>
                    <a:pt x="419" y="11578"/>
                  </a:cubicBezTo>
                  <a:cubicBezTo>
                    <a:pt x="1978" y="11087"/>
                    <a:pt x="3349" y="10106"/>
                    <a:pt x="4317" y="8792"/>
                  </a:cubicBezTo>
                  <a:cubicBezTo>
                    <a:pt x="5125" y="7652"/>
                    <a:pt x="5674" y="6353"/>
                    <a:pt x="5948" y="4981"/>
                  </a:cubicBezTo>
                  <a:cubicBezTo>
                    <a:pt x="6265" y="3408"/>
                    <a:pt x="6323" y="1791"/>
                    <a:pt x="6121" y="203"/>
                  </a:cubicBezTo>
                  <a:cubicBezTo>
                    <a:pt x="6107" y="102"/>
                    <a:pt x="6020" y="30"/>
                    <a:pt x="5919" y="30"/>
                  </a:cubicBezTo>
                  <a:cubicBezTo>
                    <a:pt x="5746" y="30"/>
                    <a:pt x="5558" y="15"/>
                    <a:pt x="5385" y="1"/>
                  </a:cubicBezTo>
                  <a:close/>
                </a:path>
              </a:pathLst>
            </a:custGeom>
            <a:solidFill>
              <a:srgbClr val="5E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788;p62">
              <a:extLst>
                <a:ext uri="{FF2B5EF4-FFF2-40B4-BE49-F238E27FC236}">
                  <a16:creationId xmlns:a16="http://schemas.microsoft.com/office/drawing/2014/main" id="{D3704B11-D3D9-4E99-A2AE-9649E3EC498F}"/>
                </a:ext>
              </a:extLst>
            </p:cNvPr>
            <p:cNvSpPr/>
            <p:nvPr/>
          </p:nvSpPr>
          <p:spPr>
            <a:xfrm>
              <a:off x="4267246" y="1546326"/>
              <a:ext cx="251664" cy="283856"/>
            </a:xfrm>
            <a:custGeom>
              <a:avLst/>
              <a:gdLst/>
              <a:ahLst/>
              <a:cxnLst/>
              <a:rect l="l" t="t" r="r" b="b"/>
              <a:pathLst>
                <a:path w="9600" h="10828" extrusionOk="0">
                  <a:moveTo>
                    <a:pt x="4798" y="1"/>
                  </a:moveTo>
                  <a:cubicBezTo>
                    <a:pt x="4764" y="1"/>
                    <a:pt x="4728" y="12"/>
                    <a:pt x="4692" y="33"/>
                  </a:cubicBezTo>
                  <a:cubicBezTo>
                    <a:pt x="4677" y="48"/>
                    <a:pt x="2209" y="1520"/>
                    <a:pt x="347" y="1520"/>
                  </a:cubicBezTo>
                  <a:cubicBezTo>
                    <a:pt x="260" y="1520"/>
                    <a:pt x="174" y="1592"/>
                    <a:pt x="159" y="1679"/>
                  </a:cubicBezTo>
                  <a:cubicBezTo>
                    <a:pt x="0" y="2964"/>
                    <a:pt x="44" y="4263"/>
                    <a:pt x="303" y="5519"/>
                  </a:cubicBezTo>
                  <a:cubicBezTo>
                    <a:pt x="506" y="6616"/>
                    <a:pt x="953" y="7670"/>
                    <a:pt x="1603" y="8579"/>
                  </a:cubicBezTo>
                  <a:cubicBezTo>
                    <a:pt x="2382" y="9633"/>
                    <a:pt x="3479" y="10427"/>
                    <a:pt x="4735" y="10817"/>
                  </a:cubicBezTo>
                  <a:cubicBezTo>
                    <a:pt x="4757" y="10824"/>
                    <a:pt x="4778" y="10827"/>
                    <a:pt x="4800" y="10827"/>
                  </a:cubicBezTo>
                  <a:cubicBezTo>
                    <a:pt x="4822" y="10827"/>
                    <a:pt x="4843" y="10824"/>
                    <a:pt x="4865" y="10817"/>
                  </a:cubicBezTo>
                  <a:cubicBezTo>
                    <a:pt x="6121" y="10427"/>
                    <a:pt x="7218" y="9633"/>
                    <a:pt x="7998" y="8579"/>
                  </a:cubicBezTo>
                  <a:cubicBezTo>
                    <a:pt x="8647" y="7670"/>
                    <a:pt x="9095" y="6616"/>
                    <a:pt x="9297" y="5519"/>
                  </a:cubicBezTo>
                  <a:cubicBezTo>
                    <a:pt x="9557" y="4263"/>
                    <a:pt x="9600" y="2964"/>
                    <a:pt x="9441" y="1679"/>
                  </a:cubicBezTo>
                  <a:cubicBezTo>
                    <a:pt x="9427" y="1592"/>
                    <a:pt x="9340" y="1520"/>
                    <a:pt x="9253" y="1520"/>
                  </a:cubicBezTo>
                  <a:cubicBezTo>
                    <a:pt x="7391" y="1520"/>
                    <a:pt x="4923" y="48"/>
                    <a:pt x="4894" y="33"/>
                  </a:cubicBezTo>
                  <a:cubicBezTo>
                    <a:pt x="4865" y="12"/>
                    <a:pt x="4833" y="1"/>
                    <a:pt x="4798" y="1"/>
                  </a:cubicBezTo>
                  <a:close/>
                </a:path>
              </a:pathLst>
            </a:custGeom>
            <a:solidFill>
              <a:srgbClr val="EFF1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789;p62">
              <a:extLst>
                <a:ext uri="{FF2B5EF4-FFF2-40B4-BE49-F238E27FC236}">
                  <a16:creationId xmlns:a16="http://schemas.microsoft.com/office/drawing/2014/main" id="{D41115AA-1D82-6CAD-CFBE-CDC92BDA0A29}"/>
                </a:ext>
              </a:extLst>
            </p:cNvPr>
            <p:cNvSpPr/>
            <p:nvPr/>
          </p:nvSpPr>
          <p:spPr>
            <a:xfrm>
              <a:off x="4388726" y="1585019"/>
              <a:ext cx="130184" cy="245163"/>
            </a:xfrm>
            <a:custGeom>
              <a:avLst/>
              <a:gdLst/>
              <a:ahLst/>
              <a:cxnLst/>
              <a:rect l="l" t="t" r="r" b="b"/>
              <a:pathLst>
                <a:path w="4966" h="9352" extrusionOk="0">
                  <a:moveTo>
                    <a:pt x="4071" y="1"/>
                  </a:moveTo>
                  <a:cubicBezTo>
                    <a:pt x="4215" y="1315"/>
                    <a:pt x="4143" y="2643"/>
                    <a:pt x="3898" y="3927"/>
                  </a:cubicBezTo>
                  <a:cubicBezTo>
                    <a:pt x="3667" y="5126"/>
                    <a:pt x="3190" y="6251"/>
                    <a:pt x="2483" y="7248"/>
                  </a:cubicBezTo>
                  <a:cubicBezTo>
                    <a:pt x="1833" y="8128"/>
                    <a:pt x="982" y="8835"/>
                    <a:pt x="0" y="9312"/>
                  </a:cubicBezTo>
                  <a:lnTo>
                    <a:pt x="116" y="9341"/>
                  </a:lnTo>
                  <a:cubicBezTo>
                    <a:pt x="130" y="9348"/>
                    <a:pt x="148" y="9351"/>
                    <a:pt x="168" y="9351"/>
                  </a:cubicBezTo>
                  <a:cubicBezTo>
                    <a:pt x="188" y="9351"/>
                    <a:pt x="209" y="9348"/>
                    <a:pt x="231" y="9341"/>
                  </a:cubicBezTo>
                  <a:cubicBezTo>
                    <a:pt x="1487" y="8951"/>
                    <a:pt x="2584" y="8157"/>
                    <a:pt x="3364" y="7103"/>
                  </a:cubicBezTo>
                  <a:cubicBezTo>
                    <a:pt x="4013" y="6194"/>
                    <a:pt x="4461" y="5140"/>
                    <a:pt x="4677" y="4043"/>
                  </a:cubicBezTo>
                  <a:cubicBezTo>
                    <a:pt x="4923" y="2787"/>
                    <a:pt x="4966" y="1488"/>
                    <a:pt x="4807" y="203"/>
                  </a:cubicBezTo>
                  <a:cubicBezTo>
                    <a:pt x="4793" y="116"/>
                    <a:pt x="4706" y="44"/>
                    <a:pt x="4619" y="44"/>
                  </a:cubicBezTo>
                  <a:cubicBezTo>
                    <a:pt x="4432" y="44"/>
                    <a:pt x="4244" y="30"/>
                    <a:pt x="4071" y="1"/>
                  </a:cubicBez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790;p62">
              <a:extLst>
                <a:ext uri="{FF2B5EF4-FFF2-40B4-BE49-F238E27FC236}">
                  <a16:creationId xmlns:a16="http://schemas.microsoft.com/office/drawing/2014/main" id="{EFFAF854-5270-E245-B1D8-929AD87F8F51}"/>
                </a:ext>
              </a:extLst>
            </p:cNvPr>
            <p:cNvSpPr/>
            <p:nvPr/>
          </p:nvSpPr>
          <p:spPr>
            <a:xfrm>
              <a:off x="4330817" y="1674727"/>
              <a:ext cx="124521" cy="84019"/>
            </a:xfrm>
            <a:custGeom>
              <a:avLst/>
              <a:gdLst/>
              <a:ahLst/>
              <a:cxnLst/>
              <a:rect l="l" t="t" r="r" b="b"/>
              <a:pathLst>
                <a:path w="4750" h="3205" extrusionOk="0">
                  <a:moveTo>
                    <a:pt x="2382" y="0"/>
                  </a:moveTo>
                  <a:cubicBezTo>
                    <a:pt x="1083" y="15"/>
                    <a:pt x="0" y="1068"/>
                    <a:pt x="0" y="2295"/>
                  </a:cubicBezTo>
                  <a:lnTo>
                    <a:pt x="0" y="3003"/>
                  </a:lnTo>
                  <a:cubicBezTo>
                    <a:pt x="0" y="3104"/>
                    <a:pt x="87" y="3205"/>
                    <a:pt x="203" y="3205"/>
                  </a:cubicBezTo>
                  <a:lnTo>
                    <a:pt x="4562" y="3205"/>
                  </a:lnTo>
                  <a:cubicBezTo>
                    <a:pt x="4663" y="3205"/>
                    <a:pt x="4750" y="3104"/>
                    <a:pt x="4750" y="3003"/>
                  </a:cubicBezTo>
                  <a:lnTo>
                    <a:pt x="4750" y="2295"/>
                  </a:lnTo>
                  <a:cubicBezTo>
                    <a:pt x="4750" y="1068"/>
                    <a:pt x="3667" y="15"/>
                    <a:pt x="2382" y="0"/>
                  </a:cubicBezTo>
                  <a:close/>
                </a:path>
              </a:pathLst>
            </a:custGeom>
            <a:solidFill>
              <a:srgbClr val="778C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791;p62">
              <a:extLst>
                <a:ext uri="{FF2B5EF4-FFF2-40B4-BE49-F238E27FC236}">
                  <a16:creationId xmlns:a16="http://schemas.microsoft.com/office/drawing/2014/main" id="{31A6CC4B-5AE0-5473-F6E0-68231DDAA520}"/>
                </a:ext>
              </a:extLst>
            </p:cNvPr>
            <p:cNvSpPr/>
            <p:nvPr/>
          </p:nvSpPr>
          <p:spPr>
            <a:xfrm>
              <a:off x="4383798" y="1674727"/>
              <a:ext cx="71934" cy="84019"/>
            </a:xfrm>
            <a:custGeom>
              <a:avLst/>
              <a:gdLst/>
              <a:ahLst/>
              <a:cxnLst/>
              <a:rect l="l" t="t" r="r" b="b"/>
              <a:pathLst>
                <a:path w="2744" h="3205" extrusionOk="0">
                  <a:moveTo>
                    <a:pt x="361" y="0"/>
                  </a:moveTo>
                  <a:cubicBezTo>
                    <a:pt x="231" y="0"/>
                    <a:pt x="116" y="15"/>
                    <a:pt x="0" y="29"/>
                  </a:cubicBezTo>
                  <a:cubicBezTo>
                    <a:pt x="1112" y="217"/>
                    <a:pt x="2007" y="1184"/>
                    <a:pt x="2007" y="2310"/>
                  </a:cubicBezTo>
                  <a:lnTo>
                    <a:pt x="2007" y="3003"/>
                  </a:lnTo>
                  <a:cubicBezTo>
                    <a:pt x="2007" y="3118"/>
                    <a:pt x="1920" y="3205"/>
                    <a:pt x="1805" y="3205"/>
                  </a:cubicBezTo>
                  <a:lnTo>
                    <a:pt x="2541" y="3205"/>
                  </a:lnTo>
                  <a:cubicBezTo>
                    <a:pt x="2657" y="3205"/>
                    <a:pt x="2743" y="3118"/>
                    <a:pt x="2743" y="3003"/>
                  </a:cubicBezTo>
                  <a:lnTo>
                    <a:pt x="2743" y="2295"/>
                  </a:lnTo>
                  <a:cubicBezTo>
                    <a:pt x="2729" y="1068"/>
                    <a:pt x="1646" y="15"/>
                    <a:pt x="361" y="0"/>
                  </a:cubicBezTo>
                  <a:close/>
                </a:path>
              </a:pathLst>
            </a:custGeom>
            <a:solidFill>
              <a:srgbClr val="91A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792;p62">
              <a:extLst>
                <a:ext uri="{FF2B5EF4-FFF2-40B4-BE49-F238E27FC236}">
                  <a16:creationId xmlns:a16="http://schemas.microsoft.com/office/drawing/2014/main" id="{9E1D2569-42ED-5C74-22ED-372062A423CC}"/>
                </a:ext>
              </a:extLst>
            </p:cNvPr>
            <p:cNvSpPr/>
            <p:nvPr/>
          </p:nvSpPr>
          <p:spPr>
            <a:xfrm>
              <a:off x="4379263" y="1679917"/>
              <a:ext cx="27657" cy="16017"/>
            </a:xfrm>
            <a:custGeom>
              <a:avLst/>
              <a:gdLst/>
              <a:ahLst/>
              <a:cxnLst/>
              <a:rect l="l" t="t" r="r" b="b"/>
              <a:pathLst>
                <a:path w="1055" h="611" extrusionOk="0">
                  <a:moveTo>
                    <a:pt x="527" y="1"/>
                  </a:moveTo>
                  <a:cubicBezTo>
                    <a:pt x="350" y="1"/>
                    <a:pt x="173" y="26"/>
                    <a:pt x="0" y="76"/>
                  </a:cubicBezTo>
                  <a:lnTo>
                    <a:pt x="275" y="611"/>
                  </a:lnTo>
                  <a:lnTo>
                    <a:pt x="780" y="611"/>
                  </a:lnTo>
                  <a:lnTo>
                    <a:pt x="1054" y="76"/>
                  </a:lnTo>
                  <a:cubicBezTo>
                    <a:pt x="881" y="26"/>
                    <a:pt x="704" y="1"/>
                    <a:pt x="527" y="1"/>
                  </a:cubicBezTo>
                  <a:close/>
                </a:path>
              </a:pathLst>
            </a:custGeom>
            <a:solidFill>
              <a:srgbClr val="7B90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793;p62">
              <a:extLst>
                <a:ext uri="{FF2B5EF4-FFF2-40B4-BE49-F238E27FC236}">
                  <a16:creationId xmlns:a16="http://schemas.microsoft.com/office/drawing/2014/main" id="{FCC282F5-0992-0851-41FD-1E96880E5BE1}"/>
                </a:ext>
              </a:extLst>
            </p:cNvPr>
            <p:cNvSpPr/>
            <p:nvPr/>
          </p:nvSpPr>
          <p:spPr>
            <a:xfrm>
              <a:off x="4372814" y="1689486"/>
              <a:ext cx="40528" cy="58564"/>
            </a:xfrm>
            <a:custGeom>
              <a:avLst/>
              <a:gdLst/>
              <a:ahLst/>
              <a:cxnLst/>
              <a:rect l="l" t="t" r="r" b="b"/>
              <a:pathLst>
                <a:path w="1546" h="2234" extrusionOk="0">
                  <a:moveTo>
                    <a:pt x="521" y="0"/>
                  </a:moveTo>
                  <a:cubicBezTo>
                    <a:pt x="419" y="15"/>
                    <a:pt x="333" y="72"/>
                    <a:pt x="318" y="173"/>
                  </a:cubicBezTo>
                  <a:lnTo>
                    <a:pt x="30" y="1473"/>
                  </a:lnTo>
                  <a:cubicBezTo>
                    <a:pt x="1" y="1545"/>
                    <a:pt x="30" y="1617"/>
                    <a:pt x="87" y="1675"/>
                  </a:cubicBezTo>
                  <a:lnTo>
                    <a:pt x="636" y="2180"/>
                  </a:lnTo>
                  <a:cubicBezTo>
                    <a:pt x="679" y="2216"/>
                    <a:pt x="730" y="2234"/>
                    <a:pt x="780" y="2234"/>
                  </a:cubicBezTo>
                  <a:cubicBezTo>
                    <a:pt x="831" y="2234"/>
                    <a:pt x="881" y="2216"/>
                    <a:pt x="925" y="2180"/>
                  </a:cubicBezTo>
                  <a:lnTo>
                    <a:pt x="1473" y="1675"/>
                  </a:lnTo>
                  <a:cubicBezTo>
                    <a:pt x="1517" y="1617"/>
                    <a:pt x="1545" y="1545"/>
                    <a:pt x="1531" y="1473"/>
                  </a:cubicBezTo>
                  <a:lnTo>
                    <a:pt x="1228" y="173"/>
                  </a:lnTo>
                  <a:cubicBezTo>
                    <a:pt x="1213" y="72"/>
                    <a:pt x="1127" y="15"/>
                    <a:pt x="1040" y="0"/>
                  </a:cubicBezTo>
                  <a:close/>
                </a:path>
              </a:pathLst>
            </a:custGeom>
            <a:solidFill>
              <a:srgbClr val="8EA0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794;p62">
              <a:extLst>
                <a:ext uri="{FF2B5EF4-FFF2-40B4-BE49-F238E27FC236}">
                  <a16:creationId xmlns:a16="http://schemas.microsoft.com/office/drawing/2014/main" id="{33F9DC76-F66E-A081-8E43-B28D69C5D06A}"/>
                </a:ext>
              </a:extLst>
            </p:cNvPr>
            <p:cNvSpPr/>
            <p:nvPr/>
          </p:nvSpPr>
          <p:spPr>
            <a:xfrm>
              <a:off x="4383431" y="1689486"/>
              <a:ext cx="29911" cy="58564"/>
            </a:xfrm>
            <a:custGeom>
              <a:avLst/>
              <a:gdLst/>
              <a:ahLst/>
              <a:cxnLst/>
              <a:rect l="l" t="t" r="r" b="b"/>
              <a:pathLst>
                <a:path w="1141" h="2234" extrusionOk="0">
                  <a:moveTo>
                    <a:pt x="346" y="0"/>
                  </a:moveTo>
                  <a:lnTo>
                    <a:pt x="217" y="246"/>
                  </a:lnTo>
                  <a:lnTo>
                    <a:pt x="505" y="1501"/>
                  </a:lnTo>
                  <a:lnTo>
                    <a:pt x="0" y="1978"/>
                  </a:lnTo>
                  <a:lnTo>
                    <a:pt x="231" y="2180"/>
                  </a:lnTo>
                  <a:cubicBezTo>
                    <a:pt x="274" y="2216"/>
                    <a:pt x="325" y="2234"/>
                    <a:pt x="374" y="2234"/>
                  </a:cubicBezTo>
                  <a:cubicBezTo>
                    <a:pt x="422" y="2234"/>
                    <a:pt x="469" y="2216"/>
                    <a:pt x="505" y="2180"/>
                  </a:cubicBezTo>
                  <a:lnTo>
                    <a:pt x="1068" y="1675"/>
                  </a:lnTo>
                  <a:cubicBezTo>
                    <a:pt x="1112" y="1617"/>
                    <a:pt x="1140" y="1545"/>
                    <a:pt x="1126" y="1473"/>
                  </a:cubicBezTo>
                  <a:lnTo>
                    <a:pt x="823" y="173"/>
                  </a:lnTo>
                  <a:cubicBezTo>
                    <a:pt x="808" y="72"/>
                    <a:pt x="722" y="15"/>
                    <a:pt x="635" y="0"/>
                  </a:cubicBezTo>
                  <a:close/>
                </a:path>
              </a:pathLst>
            </a:custGeom>
            <a:solidFill>
              <a:srgbClr val="7B90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795;p62">
              <a:extLst>
                <a:ext uri="{FF2B5EF4-FFF2-40B4-BE49-F238E27FC236}">
                  <a16:creationId xmlns:a16="http://schemas.microsoft.com/office/drawing/2014/main" id="{E72D3179-B8E7-0EDF-7A72-F9D6A4C370C8}"/>
                </a:ext>
              </a:extLst>
            </p:cNvPr>
            <p:cNvSpPr/>
            <p:nvPr/>
          </p:nvSpPr>
          <p:spPr>
            <a:xfrm>
              <a:off x="4372054" y="1674727"/>
              <a:ext cx="42416" cy="21208"/>
            </a:xfrm>
            <a:custGeom>
              <a:avLst/>
              <a:gdLst/>
              <a:ahLst/>
              <a:cxnLst/>
              <a:rect l="l" t="t" r="r" b="b"/>
              <a:pathLst>
                <a:path w="1618" h="809" extrusionOk="0">
                  <a:moveTo>
                    <a:pt x="809" y="0"/>
                  </a:moveTo>
                  <a:cubicBezTo>
                    <a:pt x="535" y="0"/>
                    <a:pt x="246" y="58"/>
                    <a:pt x="1" y="144"/>
                  </a:cubicBezTo>
                  <a:lnTo>
                    <a:pt x="333" y="809"/>
                  </a:lnTo>
                  <a:lnTo>
                    <a:pt x="1286" y="809"/>
                  </a:lnTo>
                  <a:lnTo>
                    <a:pt x="1618" y="144"/>
                  </a:lnTo>
                  <a:cubicBezTo>
                    <a:pt x="1358" y="43"/>
                    <a:pt x="1084" y="0"/>
                    <a:pt x="809" y="0"/>
                  </a:cubicBezTo>
                  <a:close/>
                </a:path>
              </a:pathLst>
            </a:custGeom>
            <a:solidFill>
              <a:srgbClr val="7B90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796;p62">
              <a:extLst>
                <a:ext uri="{FF2B5EF4-FFF2-40B4-BE49-F238E27FC236}">
                  <a16:creationId xmlns:a16="http://schemas.microsoft.com/office/drawing/2014/main" id="{382FD17F-AE85-067D-8E14-C2188E87031C}"/>
                </a:ext>
              </a:extLst>
            </p:cNvPr>
            <p:cNvSpPr/>
            <p:nvPr/>
          </p:nvSpPr>
          <p:spPr>
            <a:xfrm>
              <a:off x="4389460" y="1675094"/>
              <a:ext cx="24642" cy="20841"/>
            </a:xfrm>
            <a:custGeom>
              <a:avLst/>
              <a:gdLst/>
              <a:ahLst/>
              <a:cxnLst/>
              <a:rect l="l" t="t" r="r" b="b"/>
              <a:pathLst>
                <a:path w="940" h="795" extrusionOk="0">
                  <a:moveTo>
                    <a:pt x="405" y="1"/>
                  </a:moveTo>
                  <a:lnTo>
                    <a:pt x="1" y="795"/>
                  </a:lnTo>
                  <a:lnTo>
                    <a:pt x="607" y="795"/>
                  </a:lnTo>
                  <a:lnTo>
                    <a:pt x="939" y="130"/>
                  </a:lnTo>
                  <a:cubicBezTo>
                    <a:pt x="766" y="58"/>
                    <a:pt x="578" y="15"/>
                    <a:pt x="405" y="1"/>
                  </a:cubicBezTo>
                  <a:close/>
                </a:path>
              </a:pathLst>
            </a:custGeom>
            <a:solidFill>
              <a:srgbClr val="6B8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797;p62">
              <a:extLst>
                <a:ext uri="{FF2B5EF4-FFF2-40B4-BE49-F238E27FC236}">
                  <a16:creationId xmlns:a16="http://schemas.microsoft.com/office/drawing/2014/main" id="{D556055C-2040-A1D9-1589-9CB9B55BDA47}"/>
                </a:ext>
              </a:extLst>
            </p:cNvPr>
            <p:cNvSpPr/>
            <p:nvPr/>
          </p:nvSpPr>
          <p:spPr>
            <a:xfrm>
              <a:off x="4360703" y="1596396"/>
              <a:ext cx="64751" cy="88947"/>
            </a:xfrm>
            <a:custGeom>
              <a:avLst/>
              <a:gdLst/>
              <a:ahLst/>
              <a:cxnLst/>
              <a:rect l="l" t="t" r="r" b="b"/>
              <a:pathLst>
                <a:path w="2470" h="3393" extrusionOk="0">
                  <a:moveTo>
                    <a:pt x="1242" y="0"/>
                  </a:moveTo>
                  <a:cubicBezTo>
                    <a:pt x="549" y="0"/>
                    <a:pt x="1" y="563"/>
                    <a:pt x="1" y="1241"/>
                  </a:cubicBezTo>
                  <a:lnTo>
                    <a:pt x="1" y="2151"/>
                  </a:lnTo>
                  <a:cubicBezTo>
                    <a:pt x="1" y="2829"/>
                    <a:pt x="549" y="3392"/>
                    <a:pt x="1242" y="3392"/>
                  </a:cubicBezTo>
                  <a:cubicBezTo>
                    <a:pt x="1921" y="3378"/>
                    <a:pt x="2469" y="2829"/>
                    <a:pt x="2469" y="2136"/>
                  </a:cubicBezTo>
                  <a:lnTo>
                    <a:pt x="2469" y="1241"/>
                  </a:lnTo>
                  <a:cubicBezTo>
                    <a:pt x="2469" y="563"/>
                    <a:pt x="1921" y="14"/>
                    <a:pt x="1242" y="0"/>
                  </a:cubicBezTo>
                  <a:close/>
                </a:path>
              </a:pathLst>
            </a:custGeom>
            <a:solidFill>
              <a:srgbClr val="E5EB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798;p62">
              <a:extLst>
                <a:ext uri="{FF2B5EF4-FFF2-40B4-BE49-F238E27FC236}">
                  <a16:creationId xmlns:a16="http://schemas.microsoft.com/office/drawing/2014/main" id="{FF3D35CB-C63A-D8BE-9763-EA3ED9CD7F06}"/>
                </a:ext>
              </a:extLst>
            </p:cNvPr>
            <p:cNvSpPr/>
            <p:nvPr/>
          </p:nvSpPr>
          <p:spPr>
            <a:xfrm>
              <a:off x="4383431" y="1596396"/>
              <a:ext cx="42023" cy="88947"/>
            </a:xfrm>
            <a:custGeom>
              <a:avLst/>
              <a:gdLst/>
              <a:ahLst/>
              <a:cxnLst/>
              <a:rect l="l" t="t" r="r" b="b"/>
              <a:pathLst>
                <a:path w="1603" h="3393" extrusionOk="0">
                  <a:moveTo>
                    <a:pt x="375" y="0"/>
                  </a:moveTo>
                  <a:cubicBezTo>
                    <a:pt x="245" y="0"/>
                    <a:pt x="130" y="29"/>
                    <a:pt x="14" y="58"/>
                  </a:cubicBezTo>
                  <a:cubicBezTo>
                    <a:pt x="520" y="217"/>
                    <a:pt x="881" y="707"/>
                    <a:pt x="881" y="1241"/>
                  </a:cubicBezTo>
                  <a:lnTo>
                    <a:pt x="881" y="2151"/>
                  </a:lnTo>
                  <a:cubicBezTo>
                    <a:pt x="881" y="2685"/>
                    <a:pt x="520" y="3176"/>
                    <a:pt x="0" y="3335"/>
                  </a:cubicBezTo>
                  <a:cubicBezTo>
                    <a:pt x="116" y="3363"/>
                    <a:pt x="245" y="3392"/>
                    <a:pt x="361" y="3392"/>
                  </a:cubicBezTo>
                  <a:cubicBezTo>
                    <a:pt x="1054" y="3378"/>
                    <a:pt x="1602" y="2829"/>
                    <a:pt x="1602" y="2136"/>
                  </a:cubicBezTo>
                  <a:lnTo>
                    <a:pt x="1602" y="1241"/>
                  </a:lnTo>
                  <a:cubicBezTo>
                    <a:pt x="1602" y="563"/>
                    <a:pt x="1054" y="14"/>
                    <a:pt x="375" y="0"/>
                  </a:cubicBezTo>
                  <a:close/>
                </a:path>
              </a:pathLst>
            </a:custGeom>
            <a:solidFill>
              <a:srgbClr val="B3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799;p62">
              <a:extLst>
                <a:ext uri="{FF2B5EF4-FFF2-40B4-BE49-F238E27FC236}">
                  <a16:creationId xmlns:a16="http://schemas.microsoft.com/office/drawing/2014/main" id="{955496A2-A993-FB15-7751-212AD8470411}"/>
                </a:ext>
              </a:extLst>
            </p:cNvPr>
            <p:cNvSpPr/>
            <p:nvPr/>
          </p:nvSpPr>
          <p:spPr>
            <a:xfrm>
              <a:off x="4360336" y="1597891"/>
              <a:ext cx="65118" cy="42783"/>
            </a:xfrm>
            <a:custGeom>
              <a:avLst/>
              <a:gdLst/>
              <a:ahLst/>
              <a:cxnLst/>
              <a:rect l="l" t="t" r="r" b="b"/>
              <a:pathLst>
                <a:path w="2484" h="1632" extrusionOk="0">
                  <a:moveTo>
                    <a:pt x="1242" y="1"/>
                  </a:moveTo>
                  <a:cubicBezTo>
                    <a:pt x="578" y="1"/>
                    <a:pt x="29" y="520"/>
                    <a:pt x="0" y="1184"/>
                  </a:cubicBezTo>
                  <a:lnTo>
                    <a:pt x="0" y="1632"/>
                  </a:lnTo>
                  <a:lnTo>
                    <a:pt x="203" y="1632"/>
                  </a:lnTo>
                  <a:cubicBezTo>
                    <a:pt x="1112" y="1632"/>
                    <a:pt x="1444" y="1026"/>
                    <a:pt x="1444" y="1026"/>
                  </a:cubicBezTo>
                  <a:cubicBezTo>
                    <a:pt x="1444" y="1026"/>
                    <a:pt x="1675" y="1632"/>
                    <a:pt x="2281" y="1632"/>
                  </a:cubicBezTo>
                  <a:lnTo>
                    <a:pt x="2483" y="1632"/>
                  </a:lnTo>
                  <a:lnTo>
                    <a:pt x="2483" y="1184"/>
                  </a:lnTo>
                  <a:cubicBezTo>
                    <a:pt x="2454" y="520"/>
                    <a:pt x="1906" y="1"/>
                    <a:pt x="1242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16542;p62">
            <a:extLst>
              <a:ext uri="{FF2B5EF4-FFF2-40B4-BE49-F238E27FC236}">
                <a16:creationId xmlns:a16="http://schemas.microsoft.com/office/drawing/2014/main" id="{7135BCD5-A5C3-D0C2-AE66-EF2D583AB617}"/>
              </a:ext>
            </a:extLst>
          </p:cNvPr>
          <p:cNvGrpSpPr/>
          <p:nvPr/>
        </p:nvGrpSpPr>
        <p:grpSpPr>
          <a:xfrm>
            <a:off x="8272796" y="1668484"/>
            <a:ext cx="625557" cy="560033"/>
            <a:chOff x="874658" y="2914408"/>
            <a:chExt cx="356891" cy="335709"/>
          </a:xfrm>
        </p:grpSpPr>
        <p:sp>
          <p:nvSpPr>
            <p:cNvPr id="55" name="Google Shape;16543;p62">
              <a:extLst>
                <a:ext uri="{FF2B5EF4-FFF2-40B4-BE49-F238E27FC236}">
                  <a16:creationId xmlns:a16="http://schemas.microsoft.com/office/drawing/2014/main" id="{02532EAF-440C-9756-6429-2C7D40D0291E}"/>
                </a:ext>
              </a:extLst>
            </p:cNvPr>
            <p:cNvSpPr/>
            <p:nvPr/>
          </p:nvSpPr>
          <p:spPr>
            <a:xfrm>
              <a:off x="909472" y="2994285"/>
              <a:ext cx="287238" cy="177869"/>
            </a:xfrm>
            <a:custGeom>
              <a:avLst/>
              <a:gdLst/>
              <a:ahLst/>
              <a:cxnLst/>
              <a:rect l="l" t="t" r="r" b="b"/>
              <a:pathLst>
                <a:path w="10957" h="6785" extrusionOk="0">
                  <a:moveTo>
                    <a:pt x="0" y="0"/>
                  </a:moveTo>
                  <a:lnTo>
                    <a:pt x="0" y="6785"/>
                  </a:lnTo>
                  <a:lnTo>
                    <a:pt x="10957" y="6785"/>
                  </a:lnTo>
                  <a:lnTo>
                    <a:pt x="10957" y="0"/>
                  </a:ln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544;p62">
              <a:extLst>
                <a:ext uri="{FF2B5EF4-FFF2-40B4-BE49-F238E27FC236}">
                  <a16:creationId xmlns:a16="http://schemas.microsoft.com/office/drawing/2014/main" id="{FC82C50E-C741-2300-C914-E09AC1CB1525}"/>
                </a:ext>
              </a:extLst>
            </p:cNvPr>
            <p:cNvSpPr/>
            <p:nvPr/>
          </p:nvSpPr>
          <p:spPr>
            <a:xfrm>
              <a:off x="874658" y="2914408"/>
              <a:ext cx="356891" cy="93902"/>
            </a:xfrm>
            <a:custGeom>
              <a:avLst/>
              <a:gdLst/>
              <a:ahLst/>
              <a:cxnLst/>
              <a:rect l="l" t="t" r="r" b="b"/>
              <a:pathLst>
                <a:path w="13614" h="3582" extrusionOk="0">
                  <a:moveTo>
                    <a:pt x="265" y="0"/>
                  </a:moveTo>
                  <a:cubicBezTo>
                    <a:pt x="117" y="0"/>
                    <a:pt x="0" y="125"/>
                    <a:pt x="0" y="276"/>
                  </a:cubicBezTo>
                  <a:lnTo>
                    <a:pt x="0" y="3293"/>
                  </a:lnTo>
                  <a:cubicBezTo>
                    <a:pt x="0" y="3451"/>
                    <a:pt x="130" y="3581"/>
                    <a:pt x="289" y="3581"/>
                  </a:cubicBezTo>
                  <a:lnTo>
                    <a:pt x="13339" y="3581"/>
                  </a:lnTo>
                  <a:cubicBezTo>
                    <a:pt x="13498" y="3581"/>
                    <a:pt x="13613" y="3451"/>
                    <a:pt x="13613" y="3293"/>
                  </a:cubicBezTo>
                  <a:lnTo>
                    <a:pt x="13613" y="276"/>
                  </a:lnTo>
                  <a:cubicBezTo>
                    <a:pt x="13613" y="117"/>
                    <a:pt x="13498" y="1"/>
                    <a:pt x="13339" y="1"/>
                  </a:cubicBezTo>
                  <a:lnTo>
                    <a:pt x="289" y="1"/>
                  </a:lnTo>
                  <a:cubicBezTo>
                    <a:pt x="281" y="1"/>
                    <a:pt x="273" y="0"/>
                    <a:pt x="265" y="0"/>
                  </a:cubicBez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545;p62">
              <a:extLst>
                <a:ext uri="{FF2B5EF4-FFF2-40B4-BE49-F238E27FC236}">
                  <a16:creationId xmlns:a16="http://schemas.microsoft.com/office/drawing/2014/main" id="{2FF86261-8946-7804-76D3-ABB5F15E806B}"/>
                </a:ext>
              </a:extLst>
            </p:cNvPr>
            <p:cNvSpPr/>
            <p:nvPr/>
          </p:nvSpPr>
          <p:spPr>
            <a:xfrm>
              <a:off x="1211442" y="2914434"/>
              <a:ext cx="20107" cy="93876"/>
            </a:xfrm>
            <a:custGeom>
              <a:avLst/>
              <a:gdLst/>
              <a:ahLst/>
              <a:cxnLst/>
              <a:rect l="l" t="t" r="r" b="b"/>
              <a:pathLst>
                <a:path w="767" h="3581" extrusionOk="0">
                  <a:moveTo>
                    <a:pt x="1" y="0"/>
                  </a:moveTo>
                  <a:lnTo>
                    <a:pt x="1" y="3580"/>
                  </a:lnTo>
                  <a:lnTo>
                    <a:pt x="492" y="3580"/>
                  </a:lnTo>
                  <a:cubicBezTo>
                    <a:pt x="651" y="3580"/>
                    <a:pt x="766" y="3450"/>
                    <a:pt x="766" y="3292"/>
                  </a:cubicBezTo>
                  <a:lnTo>
                    <a:pt x="766" y="275"/>
                  </a:lnTo>
                  <a:cubicBezTo>
                    <a:pt x="766" y="116"/>
                    <a:pt x="651" y="0"/>
                    <a:pt x="492" y="0"/>
                  </a:cubicBez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546;p62">
              <a:extLst>
                <a:ext uri="{FF2B5EF4-FFF2-40B4-BE49-F238E27FC236}">
                  <a16:creationId xmlns:a16="http://schemas.microsoft.com/office/drawing/2014/main" id="{66DD63A7-A6DA-29D0-8EE3-356F0EC7869D}"/>
                </a:ext>
              </a:extLst>
            </p:cNvPr>
            <p:cNvSpPr/>
            <p:nvPr/>
          </p:nvSpPr>
          <p:spPr>
            <a:xfrm>
              <a:off x="874658" y="2914408"/>
              <a:ext cx="20081" cy="93902"/>
            </a:xfrm>
            <a:custGeom>
              <a:avLst/>
              <a:gdLst/>
              <a:ahLst/>
              <a:cxnLst/>
              <a:rect l="l" t="t" r="r" b="b"/>
              <a:pathLst>
                <a:path w="766" h="3582" extrusionOk="0">
                  <a:moveTo>
                    <a:pt x="265" y="0"/>
                  </a:moveTo>
                  <a:cubicBezTo>
                    <a:pt x="117" y="0"/>
                    <a:pt x="0" y="125"/>
                    <a:pt x="0" y="276"/>
                  </a:cubicBezTo>
                  <a:lnTo>
                    <a:pt x="0" y="3293"/>
                  </a:lnTo>
                  <a:cubicBezTo>
                    <a:pt x="0" y="3451"/>
                    <a:pt x="130" y="3581"/>
                    <a:pt x="289" y="3581"/>
                  </a:cubicBezTo>
                  <a:lnTo>
                    <a:pt x="765" y="3581"/>
                  </a:lnTo>
                  <a:lnTo>
                    <a:pt x="765" y="1"/>
                  </a:lnTo>
                  <a:lnTo>
                    <a:pt x="289" y="1"/>
                  </a:lnTo>
                  <a:cubicBezTo>
                    <a:pt x="281" y="1"/>
                    <a:pt x="273" y="0"/>
                    <a:pt x="265" y="0"/>
                  </a:cubicBez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547;p62">
              <a:extLst>
                <a:ext uri="{FF2B5EF4-FFF2-40B4-BE49-F238E27FC236}">
                  <a16:creationId xmlns:a16="http://schemas.microsoft.com/office/drawing/2014/main" id="{B4A27ED9-626C-CFE8-D0CA-2AB825D4376C}"/>
                </a:ext>
              </a:extLst>
            </p:cNvPr>
            <p:cNvSpPr/>
            <p:nvPr/>
          </p:nvSpPr>
          <p:spPr>
            <a:xfrm>
              <a:off x="1171333" y="2945079"/>
              <a:ext cx="34080" cy="34079"/>
            </a:xfrm>
            <a:custGeom>
              <a:avLst/>
              <a:gdLst/>
              <a:ahLst/>
              <a:cxnLst/>
              <a:rect l="l" t="t" r="r" b="b"/>
              <a:pathLst>
                <a:path w="1300" h="1300" extrusionOk="0">
                  <a:moveTo>
                    <a:pt x="650" y="1"/>
                  </a:moveTo>
                  <a:cubicBezTo>
                    <a:pt x="290" y="1"/>
                    <a:pt x="1" y="289"/>
                    <a:pt x="1" y="650"/>
                  </a:cubicBezTo>
                  <a:cubicBezTo>
                    <a:pt x="1" y="1011"/>
                    <a:pt x="290" y="1300"/>
                    <a:pt x="650" y="1300"/>
                  </a:cubicBezTo>
                  <a:cubicBezTo>
                    <a:pt x="1011" y="1300"/>
                    <a:pt x="1300" y="1011"/>
                    <a:pt x="1300" y="650"/>
                  </a:cubicBezTo>
                  <a:cubicBezTo>
                    <a:pt x="1300" y="289"/>
                    <a:pt x="1011" y="1"/>
                    <a:pt x="650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548;p62">
              <a:extLst>
                <a:ext uri="{FF2B5EF4-FFF2-40B4-BE49-F238E27FC236}">
                  <a16:creationId xmlns:a16="http://schemas.microsoft.com/office/drawing/2014/main" id="{D92EF369-EB94-EFD3-7B08-334AF71F3DB9}"/>
                </a:ext>
              </a:extLst>
            </p:cNvPr>
            <p:cNvSpPr/>
            <p:nvPr/>
          </p:nvSpPr>
          <p:spPr>
            <a:xfrm>
              <a:off x="1113451" y="2945079"/>
              <a:ext cx="34080" cy="34079"/>
            </a:xfrm>
            <a:custGeom>
              <a:avLst/>
              <a:gdLst/>
              <a:ahLst/>
              <a:cxnLst/>
              <a:rect l="l" t="t" r="r" b="b"/>
              <a:pathLst>
                <a:path w="1300" h="1300" extrusionOk="0">
                  <a:moveTo>
                    <a:pt x="650" y="1"/>
                  </a:moveTo>
                  <a:cubicBezTo>
                    <a:pt x="289" y="1"/>
                    <a:pt x="0" y="289"/>
                    <a:pt x="0" y="650"/>
                  </a:cubicBezTo>
                  <a:cubicBezTo>
                    <a:pt x="0" y="1011"/>
                    <a:pt x="289" y="1300"/>
                    <a:pt x="650" y="1300"/>
                  </a:cubicBezTo>
                  <a:cubicBezTo>
                    <a:pt x="1011" y="1300"/>
                    <a:pt x="1299" y="1011"/>
                    <a:pt x="1299" y="650"/>
                  </a:cubicBezTo>
                  <a:cubicBezTo>
                    <a:pt x="1299" y="289"/>
                    <a:pt x="1011" y="1"/>
                    <a:pt x="650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549;p62">
              <a:extLst>
                <a:ext uri="{FF2B5EF4-FFF2-40B4-BE49-F238E27FC236}">
                  <a16:creationId xmlns:a16="http://schemas.microsoft.com/office/drawing/2014/main" id="{6435C9BB-3076-4549-F763-F31B7CCFEDBB}"/>
                </a:ext>
              </a:extLst>
            </p:cNvPr>
            <p:cNvSpPr/>
            <p:nvPr/>
          </p:nvSpPr>
          <p:spPr>
            <a:xfrm>
              <a:off x="898488" y="2956824"/>
              <a:ext cx="197582" cy="10617"/>
            </a:xfrm>
            <a:custGeom>
              <a:avLst/>
              <a:gdLst/>
              <a:ahLst/>
              <a:cxnLst/>
              <a:rect l="l" t="t" r="r" b="b"/>
              <a:pathLst>
                <a:path w="7537" h="405" extrusionOk="0">
                  <a:moveTo>
                    <a:pt x="275" y="0"/>
                  </a:moveTo>
                  <a:cubicBezTo>
                    <a:pt x="5" y="0"/>
                    <a:pt x="1" y="405"/>
                    <a:pt x="261" y="405"/>
                  </a:cubicBezTo>
                  <a:cubicBezTo>
                    <a:pt x="266" y="405"/>
                    <a:pt x="270" y="405"/>
                    <a:pt x="275" y="404"/>
                  </a:cubicBezTo>
                  <a:lnTo>
                    <a:pt x="7262" y="404"/>
                  </a:lnTo>
                  <a:cubicBezTo>
                    <a:pt x="7536" y="404"/>
                    <a:pt x="7536" y="0"/>
                    <a:pt x="7262" y="0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550;p62">
              <a:extLst>
                <a:ext uri="{FF2B5EF4-FFF2-40B4-BE49-F238E27FC236}">
                  <a16:creationId xmlns:a16="http://schemas.microsoft.com/office/drawing/2014/main" id="{AA94CE4B-65C5-CAB4-C0A0-3703C3CC0B15}"/>
                </a:ext>
              </a:extLst>
            </p:cNvPr>
            <p:cNvSpPr/>
            <p:nvPr/>
          </p:nvSpPr>
          <p:spPr>
            <a:xfrm>
              <a:off x="874658" y="3035154"/>
              <a:ext cx="356891" cy="94243"/>
            </a:xfrm>
            <a:custGeom>
              <a:avLst/>
              <a:gdLst/>
              <a:ahLst/>
              <a:cxnLst/>
              <a:rect l="l" t="t" r="r" b="b"/>
              <a:pathLst>
                <a:path w="13614" h="3595" extrusionOk="0">
                  <a:moveTo>
                    <a:pt x="289" y="0"/>
                  </a:moveTo>
                  <a:cubicBezTo>
                    <a:pt x="130" y="0"/>
                    <a:pt x="0" y="130"/>
                    <a:pt x="0" y="289"/>
                  </a:cubicBezTo>
                  <a:lnTo>
                    <a:pt x="0" y="3306"/>
                  </a:lnTo>
                  <a:cubicBezTo>
                    <a:pt x="0" y="3465"/>
                    <a:pt x="130" y="3595"/>
                    <a:pt x="289" y="3595"/>
                  </a:cubicBezTo>
                  <a:lnTo>
                    <a:pt x="13339" y="3595"/>
                  </a:lnTo>
                  <a:cubicBezTo>
                    <a:pt x="13498" y="3595"/>
                    <a:pt x="13613" y="3465"/>
                    <a:pt x="13613" y="3306"/>
                  </a:cubicBezTo>
                  <a:lnTo>
                    <a:pt x="13613" y="289"/>
                  </a:lnTo>
                  <a:cubicBezTo>
                    <a:pt x="13613" y="130"/>
                    <a:pt x="13498" y="0"/>
                    <a:pt x="13339" y="0"/>
                  </a:cubicBez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551;p62">
              <a:extLst>
                <a:ext uri="{FF2B5EF4-FFF2-40B4-BE49-F238E27FC236}">
                  <a16:creationId xmlns:a16="http://schemas.microsoft.com/office/drawing/2014/main" id="{408724DC-01AC-BD31-2139-A2FEFC68AA27}"/>
                </a:ext>
              </a:extLst>
            </p:cNvPr>
            <p:cNvSpPr/>
            <p:nvPr/>
          </p:nvSpPr>
          <p:spPr>
            <a:xfrm>
              <a:off x="1211442" y="3035154"/>
              <a:ext cx="20107" cy="94243"/>
            </a:xfrm>
            <a:custGeom>
              <a:avLst/>
              <a:gdLst/>
              <a:ahLst/>
              <a:cxnLst/>
              <a:rect l="l" t="t" r="r" b="b"/>
              <a:pathLst>
                <a:path w="767" h="3595" extrusionOk="0">
                  <a:moveTo>
                    <a:pt x="1" y="0"/>
                  </a:moveTo>
                  <a:lnTo>
                    <a:pt x="1" y="3595"/>
                  </a:lnTo>
                  <a:lnTo>
                    <a:pt x="492" y="3595"/>
                  </a:lnTo>
                  <a:cubicBezTo>
                    <a:pt x="651" y="3595"/>
                    <a:pt x="766" y="3465"/>
                    <a:pt x="766" y="3306"/>
                  </a:cubicBezTo>
                  <a:lnTo>
                    <a:pt x="766" y="289"/>
                  </a:lnTo>
                  <a:cubicBezTo>
                    <a:pt x="766" y="130"/>
                    <a:pt x="651" y="0"/>
                    <a:pt x="492" y="0"/>
                  </a:cubicBez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552;p62">
              <a:extLst>
                <a:ext uri="{FF2B5EF4-FFF2-40B4-BE49-F238E27FC236}">
                  <a16:creationId xmlns:a16="http://schemas.microsoft.com/office/drawing/2014/main" id="{A71B6487-8263-E460-EEBB-C11AEAA75D6F}"/>
                </a:ext>
              </a:extLst>
            </p:cNvPr>
            <p:cNvSpPr/>
            <p:nvPr/>
          </p:nvSpPr>
          <p:spPr>
            <a:xfrm>
              <a:off x="874658" y="3035154"/>
              <a:ext cx="20081" cy="94243"/>
            </a:xfrm>
            <a:custGeom>
              <a:avLst/>
              <a:gdLst/>
              <a:ahLst/>
              <a:cxnLst/>
              <a:rect l="l" t="t" r="r" b="b"/>
              <a:pathLst>
                <a:path w="766" h="3595" extrusionOk="0">
                  <a:moveTo>
                    <a:pt x="289" y="0"/>
                  </a:moveTo>
                  <a:cubicBezTo>
                    <a:pt x="130" y="0"/>
                    <a:pt x="0" y="130"/>
                    <a:pt x="0" y="289"/>
                  </a:cubicBezTo>
                  <a:lnTo>
                    <a:pt x="0" y="3306"/>
                  </a:lnTo>
                  <a:cubicBezTo>
                    <a:pt x="0" y="3465"/>
                    <a:pt x="130" y="3595"/>
                    <a:pt x="289" y="3595"/>
                  </a:cubicBezTo>
                  <a:lnTo>
                    <a:pt x="765" y="359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553;p62">
              <a:extLst>
                <a:ext uri="{FF2B5EF4-FFF2-40B4-BE49-F238E27FC236}">
                  <a16:creationId xmlns:a16="http://schemas.microsoft.com/office/drawing/2014/main" id="{5B6BB4EB-557F-744A-30B9-F024274101E2}"/>
                </a:ext>
              </a:extLst>
            </p:cNvPr>
            <p:cNvSpPr/>
            <p:nvPr/>
          </p:nvSpPr>
          <p:spPr>
            <a:xfrm>
              <a:off x="1171333" y="3066167"/>
              <a:ext cx="34080" cy="34106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650" y="1"/>
                  </a:moveTo>
                  <a:cubicBezTo>
                    <a:pt x="290" y="1"/>
                    <a:pt x="1" y="290"/>
                    <a:pt x="1" y="651"/>
                  </a:cubicBezTo>
                  <a:cubicBezTo>
                    <a:pt x="1" y="1011"/>
                    <a:pt x="290" y="1300"/>
                    <a:pt x="650" y="1300"/>
                  </a:cubicBezTo>
                  <a:cubicBezTo>
                    <a:pt x="1011" y="1300"/>
                    <a:pt x="1300" y="1011"/>
                    <a:pt x="1300" y="651"/>
                  </a:cubicBezTo>
                  <a:cubicBezTo>
                    <a:pt x="1300" y="290"/>
                    <a:pt x="1011" y="1"/>
                    <a:pt x="650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554;p62">
              <a:extLst>
                <a:ext uri="{FF2B5EF4-FFF2-40B4-BE49-F238E27FC236}">
                  <a16:creationId xmlns:a16="http://schemas.microsoft.com/office/drawing/2014/main" id="{8ACB8413-1084-E80B-56F7-527BA131F12E}"/>
                </a:ext>
              </a:extLst>
            </p:cNvPr>
            <p:cNvSpPr/>
            <p:nvPr/>
          </p:nvSpPr>
          <p:spPr>
            <a:xfrm>
              <a:off x="1113451" y="3066167"/>
              <a:ext cx="34080" cy="34106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650" y="1"/>
                  </a:moveTo>
                  <a:cubicBezTo>
                    <a:pt x="289" y="1"/>
                    <a:pt x="0" y="290"/>
                    <a:pt x="0" y="651"/>
                  </a:cubicBezTo>
                  <a:cubicBezTo>
                    <a:pt x="0" y="1011"/>
                    <a:pt x="289" y="1300"/>
                    <a:pt x="650" y="1300"/>
                  </a:cubicBezTo>
                  <a:cubicBezTo>
                    <a:pt x="1011" y="1300"/>
                    <a:pt x="1299" y="1011"/>
                    <a:pt x="1299" y="651"/>
                  </a:cubicBezTo>
                  <a:cubicBezTo>
                    <a:pt x="1299" y="290"/>
                    <a:pt x="1011" y="1"/>
                    <a:pt x="650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555;p62">
              <a:extLst>
                <a:ext uri="{FF2B5EF4-FFF2-40B4-BE49-F238E27FC236}">
                  <a16:creationId xmlns:a16="http://schemas.microsoft.com/office/drawing/2014/main" id="{6E3434DF-DBE9-048C-CB2A-F15FBF65E2A2}"/>
                </a:ext>
              </a:extLst>
            </p:cNvPr>
            <p:cNvSpPr/>
            <p:nvPr/>
          </p:nvSpPr>
          <p:spPr>
            <a:xfrm>
              <a:off x="898488" y="3077544"/>
              <a:ext cx="197582" cy="10984"/>
            </a:xfrm>
            <a:custGeom>
              <a:avLst/>
              <a:gdLst/>
              <a:ahLst/>
              <a:cxnLst/>
              <a:rect l="l" t="t" r="r" b="b"/>
              <a:pathLst>
                <a:path w="7537" h="419" extrusionOk="0">
                  <a:moveTo>
                    <a:pt x="275" y="0"/>
                  </a:moveTo>
                  <a:cubicBezTo>
                    <a:pt x="1" y="0"/>
                    <a:pt x="1" y="419"/>
                    <a:pt x="275" y="419"/>
                  </a:cubicBezTo>
                  <a:lnTo>
                    <a:pt x="7262" y="419"/>
                  </a:lnTo>
                  <a:cubicBezTo>
                    <a:pt x="7536" y="419"/>
                    <a:pt x="7536" y="0"/>
                    <a:pt x="7262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556;p62">
              <a:extLst>
                <a:ext uri="{FF2B5EF4-FFF2-40B4-BE49-F238E27FC236}">
                  <a16:creationId xmlns:a16="http://schemas.microsoft.com/office/drawing/2014/main" id="{FC7A25CB-0F68-7100-0E5B-2D3A84533D24}"/>
                </a:ext>
              </a:extLst>
            </p:cNvPr>
            <p:cNvSpPr/>
            <p:nvPr/>
          </p:nvSpPr>
          <p:spPr>
            <a:xfrm>
              <a:off x="874658" y="3155874"/>
              <a:ext cx="356891" cy="94243"/>
            </a:xfrm>
            <a:custGeom>
              <a:avLst/>
              <a:gdLst/>
              <a:ahLst/>
              <a:cxnLst/>
              <a:rect l="l" t="t" r="r" b="b"/>
              <a:pathLst>
                <a:path w="13614" h="3595" extrusionOk="0">
                  <a:moveTo>
                    <a:pt x="289" y="0"/>
                  </a:moveTo>
                  <a:cubicBezTo>
                    <a:pt x="130" y="0"/>
                    <a:pt x="0" y="130"/>
                    <a:pt x="0" y="289"/>
                  </a:cubicBezTo>
                  <a:lnTo>
                    <a:pt x="0" y="3306"/>
                  </a:lnTo>
                  <a:cubicBezTo>
                    <a:pt x="0" y="3465"/>
                    <a:pt x="130" y="3595"/>
                    <a:pt x="289" y="3595"/>
                  </a:cubicBezTo>
                  <a:lnTo>
                    <a:pt x="13339" y="3595"/>
                  </a:lnTo>
                  <a:cubicBezTo>
                    <a:pt x="13498" y="3595"/>
                    <a:pt x="13613" y="3465"/>
                    <a:pt x="13613" y="3306"/>
                  </a:cubicBezTo>
                  <a:lnTo>
                    <a:pt x="13613" y="289"/>
                  </a:lnTo>
                  <a:cubicBezTo>
                    <a:pt x="13613" y="130"/>
                    <a:pt x="13498" y="0"/>
                    <a:pt x="13339" y="0"/>
                  </a:cubicBezTo>
                  <a:close/>
                </a:path>
              </a:pathLst>
            </a:custGeom>
            <a:solidFill>
              <a:srgbClr val="8B9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557;p62">
              <a:extLst>
                <a:ext uri="{FF2B5EF4-FFF2-40B4-BE49-F238E27FC236}">
                  <a16:creationId xmlns:a16="http://schemas.microsoft.com/office/drawing/2014/main" id="{E0A5D31B-A4CF-EC90-6609-ED0053AD0778}"/>
                </a:ext>
              </a:extLst>
            </p:cNvPr>
            <p:cNvSpPr/>
            <p:nvPr/>
          </p:nvSpPr>
          <p:spPr>
            <a:xfrm>
              <a:off x="1211442" y="3155874"/>
              <a:ext cx="20107" cy="94243"/>
            </a:xfrm>
            <a:custGeom>
              <a:avLst/>
              <a:gdLst/>
              <a:ahLst/>
              <a:cxnLst/>
              <a:rect l="l" t="t" r="r" b="b"/>
              <a:pathLst>
                <a:path w="767" h="3595" extrusionOk="0">
                  <a:moveTo>
                    <a:pt x="1" y="0"/>
                  </a:moveTo>
                  <a:lnTo>
                    <a:pt x="1" y="3595"/>
                  </a:lnTo>
                  <a:lnTo>
                    <a:pt x="492" y="3595"/>
                  </a:lnTo>
                  <a:cubicBezTo>
                    <a:pt x="651" y="3595"/>
                    <a:pt x="766" y="3465"/>
                    <a:pt x="766" y="3306"/>
                  </a:cubicBezTo>
                  <a:lnTo>
                    <a:pt x="766" y="289"/>
                  </a:lnTo>
                  <a:cubicBezTo>
                    <a:pt x="766" y="130"/>
                    <a:pt x="651" y="0"/>
                    <a:pt x="492" y="0"/>
                  </a:cubicBez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558;p62">
              <a:extLst>
                <a:ext uri="{FF2B5EF4-FFF2-40B4-BE49-F238E27FC236}">
                  <a16:creationId xmlns:a16="http://schemas.microsoft.com/office/drawing/2014/main" id="{5EB5FA18-2CAA-A22E-5AC0-4770C94A6A2A}"/>
                </a:ext>
              </a:extLst>
            </p:cNvPr>
            <p:cNvSpPr/>
            <p:nvPr/>
          </p:nvSpPr>
          <p:spPr>
            <a:xfrm>
              <a:off x="874658" y="3155874"/>
              <a:ext cx="20081" cy="94243"/>
            </a:xfrm>
            <a:custGeom>
              <a:avLst/>
              <a:gdLst/>
              <a:ahLst/>
              <a:cxnLst/>
              <a:rect l="l" t="t" r="r" b="b"/>
              <a:pathLst>
                <a:path w="766" h="3595" extrusionOk="0">
                  <a:moveTo>
                    <a:pt x="289" y="0"/>
                  </a:moveTo>
                  <a:cubicBezTo>
                    <a:pt x="130" y="0"/>
                    <a:pt x="0" y="130"/>
                    <a:pt x="0" y="289"/>
                  </a:cubicBezTo>
                  <a:lnTo>
                    <a:pt x="0" y="3306"/>
                  </a:lnTo>
                  <a:cubicBezTo>
                    <a:pt x="0" y="3465"/>
                    <a:pt x="130" y="3595"/>
                    <a:pt x="289" y="3595"/>
                  </a:cubicBezTo>
                  <a:lnTo>
                    <a:pt x="765" y="359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D6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559;p62">
              <a:extLst>
                <a:ext uri="{FF2B5EF4-FFF2-40B4-BE49-F238E27FC236}">
                  <a16:creationId xmlns:a16="http://schemas.microsoft.com/office/drawing/2014/main" id="{78ABEF04-86F2-FE2A-D751-A80C6D4A69A7}"/>
                </a:ext>
              </a:extLst>
            </p:cNvPr>
            <p:cNvSpPr/>
            <p:nvPr/>
          </p:nvSpPr>
          <p:spPr>
            <a:xfrm>
              <a:off x="1171333" y="3186887"/>
              <a:ext cx="34080" cy="34106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650" y="1"/>
                  </a:moveTo>
                  <a:cubicBezTo>
                    <a:pt x="290" y="1"/>
                    <a:pt x="1" y="290"/>
                    <a:pt x="1" y="650"/>
                  </a:cubicBezTo>
                  <a:cubicBezTo>
                    <a:pt x="1" y="1011"/>
                    <a:pt x="290" y="1300"/>
                    <a:pt x="650" y="1300"/>
                  </a:cubicBezTo>
                  <a:cubicBezTo>
                    <a:pt x="1011" y="1300"/>
                    <a:pt x="1300" y="1011"/>
                    <a:pt x="1300" y="650"/>
                  </a:cubicBezTo>
                  <a:cubicBezTo>
                    <a:pt x="1300" y="290"/>
                    <a:pt x="1011" y="1"/>
                    <a:pt x="650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560;p62">
              <a:extLst>
                <a:ext uri="{FF2B5EF4-FFF2-40B4-BE49-F238E27FC236}">
                  <a16:creationId xmlns:a16="http://schemas.microsoft.com/office/drawing/2014/main" id="{290969FD-2D01-780D-5177-38BA78D260CA}"/>
                </a:ext>
              </a:extLst>
            </p:cNvPr>
            <p:cNvSpPr/>
            <p:nvPr/>
          </p:nvSpPr>
          <p:spPr>
            <a:xfrm>
              <a:off x="1113451" y="3186887"/>
              <a:ext cx="34080" cy="34106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650" y="1"/>
                  </a:moveTo>
                  <a:cubicBezTo>
                    <a:pt x="289" y="1"/>
                    <a:pt x="0" y="290"/>
                    <a:pt x="0" y="650"/>
                  </a:cubicBezTo>
                  <a:cubicBezTo>
                    <a:pt x="0" y="1011"/>
                    <a:pt x="289" y="1300"/>
                    <a:pt x="650" y="1300"/>
                  </a:cubicBezTo>
                  <a:cubicBezTo>
                    <a:pt x="1011" y="1300"/>
                    <a:pt x="1299" y="1011"/>
                    <a:pt x="1299" y="650"/>
                  </a:cubicBezTo>
                  <a:cubicBezTo>
                    <a:pt x="1299" y="290"/>
                    <a:pt x="1011" y="1"/>
                    <a:pt x="650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561;p62">
              <a:extLst>
                <a:ext uri="{FF2B5EF4-FFF2-40B4-BE49-F238E27FC236}">
                  <a16:creationId xmlns:a16="http://schemas.microsoft.com/office/drawing/2014/main" id="{6232856A-E907-1F81-84BE-3FB5FA98ABCC}"/>
                </a:ext>
              </a:extLst>
            </p:cNvPr>
            <p:cNvSpPr/>
            <p:nvPr/>
          </p:nvSpPr>
          <p:spPr>
            <a:xfrm>
              <a:off x="898488" y="3198631"/>
              <a:ext cx="197582" cy="10617"/>
            </a:xfrm>
            <a:custGeom>
              <a:avLst/>
              <a:gdLst/>
              <a:ahLst/>
              <a:cxnLst/>
              <a:rect l="l" t="t" r="r" b="b"/>
              <a:pathLst>
                <a:path w="7537" h="405" extrusionOk="0">
                  <a:moveTo>
                    <a:pt x="275" y="0"/>
                  </a:moveTo>
                  <a:cubicBezTo>
                    <a:pt x="1" y="0"/>
                    <a:pt x="1" y="405"/>
                    <a:pt x="275" y="405"/>
                  </a:cubicBezTo>
                  <a:lnTo>
                    <a:pt x="7262" y="405"/>
                  </a:lnTo>
                  <a:cubicBezTo>
                    <a:pt x="7536" y="405"/>
                    <a:pt x="7536" y="0"/>
                    <a:pt x="7262" y="0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562;p62">
              <a:extLst>
                <a:ext uri="{FF2B5EF4-FFF2-40B4-BE49-F238E27FC236}">
                  <a16:creationId xmlns:a16="http://schemas.microsoft.com/office/drawing/2014/main" id="{8A14CAFC-EF72-1918-B30D-1B9D3F6ADD60}"/>
                </a:ext>
              </a:extLst>
            </p:cNvPr>
            <p:cNvSpPr/>
            <p:nvPr/>
          </p:nvSpPr>
          <p:spPr>
            <a:xfrm>
              <a:off x="898488" y="3094924"/>
              <a:ext cx="30305" cy="10643"/>
            </a:xfrm>
            <a:custGeom>
              <a:avLst/>
              <a:gdLst/>
              <a:ahLst/>
              <a:cxnLst/>
              <a:rect l="l" t="t" r="r" b="b"/>
              <a:pathLst>
                <a:path w="1156" h="406" extrusionOk="0">
                  <a:moveTo>
                    <a:pt x="261" y="1"/>
                  </a:moveTo>
                  <a:cubicBezTo>
                    <a:pt x="1" y="1"/>
                    <a:pt x="5" y="405"/>
                    <a:pt x="275" y="405"/>
                  </a:cubicBezTo>
                  <a:lnTo>
                    <a:pt x="881" y="405"/>
                  </a:lnTo>
                  <a:cubicBezTo>
                    <a:pt x="1156" y="405"/>
                    <a:pt x="1156" y="1"/>
                    <a:pt x="881" y="1"/>
                  </a:cubicBezTo>
                  <a:lnTo>
                    <a:pt x="275" y="1"/>
                  </a:lnTo>
                  <a:cubicBezTo>
                    <a:pt x="270" y="1"/>
                    <a:pt x="266" y="1"/>
                    <a:pt x="26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8" name="Google Shape;11323;p58">
            <a:extLst>
              <a:ext uri="{FF2B5EF4-FFF2-40B4-BE49-F238E27FC236}">
                <a16:creationId xmlns:a16="http://schemas.microsoft.com/office/drawing/2014/main" id="{4684D7A0-39D1-EDEF-02BE-52C82D4158B1}"/>
              </a:ext>
            </a:extLst>
          </p:cNvPr>
          <p:cNvGrpSpPr/>
          <p:nvPr/>
        </p:nvGrpSpPr>
        <p:grpSpPr>
          <a:xfrm>
            <a:off x="8272796" y="3222432"/>
            <a:ext cx="718414" cy="672035"/>
            <a:chOff x="7936787" y="4295074"/>
            <a:chExt cx="378249" cy="335524"/>
          </a:xfrm>
        </p:grpSpPr>
        <p:sp>
          <p:nvSpPr>
            <p:cNvPr id="1689" name="Google Shape;11324;p58">
              <a:extLst>
                <a:ext uri="{FF2B5EF4-FFF2-40B4-BE49-F238E27FC236}">
                  <a16:creationId xmlns:a16="http://schemas.microsoft.com/office/drawing/2014/main" id="{353DC6F4-7F09-6A7A-4A76-6E402FA44BE3}"/>
                </a:ext>
              </a:extLst>
            </p:cNvPr>
            <p:cNvSpPr/>
            <p:nvPr/>
          </p:nvSpPr>
          <p:spPr>
            <a:xfrm>
              <a:off x="8095371" y="4295074"/>
              <a:ext cx="219665" cy="182980"/>
            </a:xfrm>
            <a:custGeom>
              <a:avLst/>
              <a:gdLst/>
              <a:ahLst/>
              <a:cxnLst/>
              <a:rect l="l" t="t" r="r" b="b"/>
              <a:pathLst>
                <a:path w="8365" h="6968" extrusionOk="0">
                  <a:moveTo>
                    <a:pt x="469" y="0"/>
                  </a:moveTo>
                  <a:cubicBezTo>
                    <a:pt x="211" y="0"/>
                    <a:pt x="0" y="201"/>
                    <a:pt x="0" y="460"/>
                  </a:cubicBezTo>
                  <a:lnTo>
                    <a:pt x="0" y="6508"/>
                  </a:lnTo>
                  <a:cubicBezTo>
                    <a:pt x="0" y="6757"/>
                    <a:pt x="211" y="6968"/>
                    <a:pt x="469" y="6968"/>
                  </a:cubicBezTo>
                  <a:lnTo>
                    <a:pt x="7905" y="6968"/>
                  </a:lnTo>
                  <a:cubicBezTo>
                    <a:pt x="8154" y="6968"/>
                    <a:pt x="8365" y="6757"/>
                    <a:pt x="8365" y="6508"/>
                  </a:cubicBezTo>
                  <a:lnTo>
                    <a:pt x="8365" y="460"/>
                  </a:lnTo>
                  <a:cubicBezTo>
                    <a:pt x="8365" y="201"/>
                    <a:pt x="8154" y="0"/>
                    <a:pt x="7905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1325;p58">
              <a:extLst>
                <a:ext uri="{FF2B5EF4-FFF2-40B4-BE49-F238E27FC236}">
                  <a16:creationId xmlns:a16="http://schemas.microsoft.com/office/drawing/2014/main" id="{21C33E7A-5022-70DD-B99F-52FB3E6B350B}"/>
                </a:ext>
              </a:extLst>
            </p:cNvPr>
            <p:cNvSpPr/>
            <p:nvPr/>
          </p:nvSpPr>
          <p:spPr>
            <a:xfrm>
              <a:off x="7937286" y="4441342"/>
              <a:ext cx="109609" cy="109846"/>
            </a:xfrm>
            <a:custGeom>
              <a:avLst/>
              <a:gdLst/>
              <a:ahLst/>
              <a:cxnLst/>
              <a:rect l="l" t="t" r="r" b="b"/>
              <a:pathLst>
                <a:path w="4174" h="4183" extrusionOk="0">
                  <a:moveTo>
                    <a:pt x="2087" y="0"/>
                  </a:moveTo>
                  <a:cubicBezTo>
                    <a:pt x="1178" y="0"/>
                    <a:pt x="498" y="737"/>
                    <a:pt x="431" y="1627"/>
                  </a:cubicBezTo>
                  <a:cubicBezTo>
                    <a:pt x="383" y="2278"/>
                    <a:pt x="249" y="2919"/>
                    <a:pt x="48" y="3532"/>
                  </a:cubicBezTo>
                  <a:cubicBezTo>
                    <a:pt x="1" y="3647"/>
                    <a:pt x="48" y="3781"/>
                    <a:pt x="163" y="3828"/>
                  </a:cubicBezTo>
                  <a:cubicBezTo>
                    <a:pt x="546" y="4001"/>
                    <a:pt x="958" y="4125"/>
                    <a:pt x="1379" y="4182"/>
                  </a:cubicBezTo>
                  <a:lnTo>
                    <a:pt x="2795" y="4182"/>
                  </a:lnTo>
                  <a:cubicBezTo>
                    <a:pt x="3216" y="4125"/>
                    <a:pt x="3618" y="4001"/>
                    <a:pt x="4011" y="3828"/>
                  </a:cubicBezTo>
                  <a:cubicBezTo>
                    <a:pt x="4116" y="3781"/>
                    <a:pt x="4173" y="3647"/>
                    <a:pt x="4125" y="3532"/>
                  </a:cubicBezTo>
                  <a:cubicBezTo>
                    <a:pt x="3924" y="2919"/>
                    <a:pt x="3790" y="2278"/>
                    <a:pt x="3743" y="1627"/>
                  </a:cubicBezTo>
                  <a:cubicBezTo>
                    <a:pt x="3676" y="737"/>
                    <a:pt x="2996" y="0"/>
                    <a:pt x="20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1326;p58">
              <a:extLst>
                <a:ext uri="{FF2B5EF4-FFF2-40B4-BE49-F238E27FC236}">
                  <a16:creationId xmlns:a16="http://schemas.microsoft.com/office/drawing/2014/main" id="{E347DC7D-683A-228B-FDC3-4E33102DB1F7}"/>
                </a:ext>
              </a:extLst>
            </p:cNvPr>
            <p:cNvSpPr/>
            <p:nvPr/>
          </p:nvSpPr>
          <p:spPr>
            <a:xfrm>
              <a:off x="7966934" y="4441342"/>
              <a:ext cx="79962" cy="110108"/>
            </a:xfrm>
            <a:custGeom>
              <a:avLst/>
              <a:gdLst/>
              <a:ahLst/>
              <a:cxnLst/>
              <a:rect l="l" t="t" r="r" b="b"/>
              <a:pathLst>
                <a:path w="3045" h="4193" extrusionOk="0">
                  <a:moveTo>
                    <a:pt x="948" y="0"/>
                  </a:moveTo>
                  <a:cubicBezTo>
                    <a:pt x="250" y="0"/>
                    <a:pt x="1" y="957"/>
                    <a:pt x="604" y="1321"/>
                  </a:cubicBezTo>
                  <a:cubicBezTo>
                    <a:pt x="623" y="1331"/>
                    <a:pt x="642" y="1340"/>
                    <a:pt x="661" y="1350"/>
                  </a:cubicBezTo>
                  <a:lnTo>
                    <a:pt x="1188" y="4192"/>
                  </a:lnTo>
                  <a:lnTo>
                    <a:pt x="1666" y="4192"/>
                  </a:lnTo>
                  <a:cubicBezTo>
                    <a:pt x="2087" y="4125"/>
                    <a:pt x="2499" y="4001"/>
                    <a:pt x="2882" y="3828"/>
                  </a:cubicBezTo>
                  <a:cubicBezTo>
                    <a:pt x="2987" y="3781"/>
                    <a:pt x="3044" y="3647"/>
                    <a:pt x="2996" y="3532"/>
                  </a:cubicBezTo>
                  <a:cubicBezTo>
                    <a:pt x="2795" y="2919"/>
                    <a:pt x="2661" y="2278"/>
                    <a:pt x="2604" y="1627"/>
                  </a:cubicBezTo>
                  <a:cubicBezTo>
                    <a:pt x="2547" y="737"/>
                    <a:pt x="1867" y="0"/>
                    <a:pt x="9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1327;p58">
              <a:extLst>
                <a:ext uri="{FF2B5EF4-FFF2-40B4-BE49-F238E27FC236}">
                  <a16:creationId xmlns:a16="http://schemas.microsoft.com/office/drawing/2014/main" id="{70CE7ABE-BB92-9D0C-7B01-059E50076BD3}"/>
                </a:ext>
              </a:extLst>
            </p:cNvPr>
            <p:cNvSpPr/>
            <p:nvPr/>
          </p:nvSpPr>
          <p:spPr>
            <a:xfrm>
              <a:off x="7936787" y="4446541"/>
              <a:ext cx="207612" cy="184056"/>
            </a:xfrm>
            <a:custGeom>
              <a:avLst/>
              <a:gdLst/>
              <a:ahLst/>
              <a:cxnLst/>
              <a:rect l="l" t="t" r="r" b="b"/>
              <a:pathLst>
                <a:path w="7906" h="7009" extrusionOk="0">
                  <a:moveTo>
                    <a:pt x="7725" y="1"/>
                  </a:moveTo>
                  <a:cubicBezTo>
                    <a:pt x="7681" y="1"/>
                    <a:pt x="7638" y="18"/>
                    <a:pt x="7609" y="51"/>
                  </a:cubicBezTo>
                  <a:lnTo>
                    <a:pt x="3618" y="3860"/>
                  </a:lnTo>
                  <a:cubicBezTo>
                    <a:pt x="3532" y="3946"/>
                    <a:pt x="3417" y="3984"/>
                    <a:pt x="3293" y="3984"/>
                  </a:cubicBezTo>
                  <a:lnTo>
                    <a:pt x="3254" y="3984"/>
                  </a:lnTo>
                  <a:cubicBezTo>
                    <a:pt x="2996" y="3984"/>
                    <a:pt x="2785" y="3783"/>
                    <a:pt x="2785" y="3525"/>
                  </a:cubicBezTo>
                  <a:lnTo>
                    <a:pt x="2785" y="3056"/>
                  </a:lnTo>
                  <a:lnTo>
                    <a:pt x="1388" y="3056"/>
                  </a:lnTo>
                  <a:lnTo>
                    <a:pt x="1388" y="3525"/>
                  </a:lnTo>
                  <a:cubicBezTo>
                    <a:pt x="1388" y="3697"/>
                    <a:pt x="1292" y="3860"/>
                    <a:pt x="1139" y="3937"/>
                  </a:cubicBezTo>
                  <a:lnTo>
                    <a:pt x="383" y="4319"/>
                  </a:lnTo>
                  <a:cubicBezTo>
                    <a:pt x="144" y="4434"/>
                    <a:pt x="0" y="4674"/>
                    <a:pt x="0" y="4941"/>
                  </a:cubicBezTo>
                  <a:lnTo>
                    <a:pt x="0" y="6779"/>
                  </a:lnTo>
                  <a:cubicBezTo>
                    <a:pt x="0" y="6903"/>
                    <a:pt x="106" y="7009"/>
                    <a:pt x="230" y="7009"/>
                  </a:cubicBezTo>
                  <a:lnTo>
                    <a:pt x="3015" y="7009"/>
                  </a:lnTo>
                  <a:cubicBezTo>
                    <a:pt x="3149" y="7009"/>
                    <a:pt x="3254" y="6903"/>
                    <a:pt x="3254" y="6779"/>
                  </a:cubicBezTo>
                  <a:lnTo>
                    <a:pt x="3254" y="6004"/>
                  </a:lnTo>
                  <a:cubicBezTo>
                    <a:pt x="3254" y="5755"/>
                    <a:pt x="3350" y="5516"/>
                    <a:pt x="3522" y="5343"/>
                  </a:cubicBezTo>
                  <a:lnTo>
                    <a:pt x="7484" y="1391"/>
                  </a:lnTo>
                  <a:cubicBezTo>
                    <a:pt x="7590" y="1267"/>
                    <a:pt x="7638" y="1104"/>
                    <a:pt x="7599" y="941"/>
                  </a:cubicBezTo>
                  <a:lnTo>
                    <a:pt x="7513" y="616"/>
                  </a:lnTo>
                  <a:lnTo>
                    <a:pt x="7839" y="290"/>
                  </a:lnTo>
                  <a:cubicBezTo>
                    <a:pt x="7906" y="223"/>
                    <a:pt x="7906" y="118"/>
                    <a:pt x="7848" y="51"/>
                  </a:cubicBezTo>
                  <a:cubicBezTo>
                    <a:pt x="7815" y="18"/>
                    <a:pt x="7769" y="1"/>
                    <a:pt x="7725" y="1"/>
                  </a:cubicBez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1328;p58">
              <a:extLst>
                <a:ext uri="{FF2B5EF4-FFF2-40B4-BE49-F238E27FC236}">
                  <a16:creationId xmlns:a16="http://schemas.microsoft.com/office/drawing/2014/main" id="{0C1E0B53-447B-742E-83C0-9C06918CFEA1}"/>
                </a:ext>
              </a:extLst>
            </p:cNvPr>
            <p:cNvSpPr/>
            <p:nvPr/>
          </p:nvSpPr>
          <p:spPr>
            <a:xfrm>
              <a:off x="7936787" y="4473747"/>
              <a:ext cx="189019" cy="156851"/>
            </a:xfrm>
            <a:custGeom>
              <a:avLst/>
              <a:gdLst/>
              <a:ahLst/>
              <a:cxnLst/>
              <a:rect l="l" t="t" r="r" b="b"/>
              <a:pathLst>
                <a:path w="7198" h="5973" extrusionOk="0">
                  <a:moveTo>
                    <a:pt x="6575" y="1"/>
                  </a:moveTo>
                  <a:lnTo>
                    <a:pt x="3618" y="2824"/>
                  </a:lnTo>
                  <a:cubicBezTo>
                    <a:pt x="3532" y="2910"/>
                    <a:pt x="3417" y="2948"/>
                    <a:pt x="3302" y="2948"/>
                  </a:cubicBezTo>
                  <a:lnTo>
                    <a:pt x="3254" y="2948"/>
                  </a:lnTo>
                  <a:cubicBezTo>
                    <a:pt x="3216" y="2948"/>
                    <a:pt x="3187" y="2948"/>
                    <a:pt x="3159" y="2939"/>
                  </a:cubicBezTo>
                  <a:cubicBezTo>
                    <a:pt x="2956" y="3411"/>
                    <a:pt x="2520" y="3648"/>
                    <a:pt x="2085" y="3648"/>
                  </a:cubicBezTo>
                  <a:cubicBezTo>
                    <a:pt x="1657" y="3648"/>
                    <a:pt x="1229" y="3419"/>
                    <a:pt x="1024" y="2958"/>
                  </a:cubicBezTo>
                  <a:lnTo>
                    <a:pt x="383" y="3283"/>
                  </a:lnTo>
                  <a:cubicBezTo>
                    <a:pt x="144" y="3398"/>
                    <a:pt x="0" y="3638"/>
                    <a:pt x="0" y="3905"/>
                  </a:cubicBezTo>
                  <a:lnTo>
                    <a:pt x="0" y="5743"/>
                  </a:lnTo>
                  <a:cubicBezTo>
                    <a:pt x="0" y="5867"/>
                    <a:pt x="106" y="5973"/>
                    <a:pt x="230" y="5973"/>
                  </a:cubicBezTo>
                  <a:lnTo>
                    <a:pt x="3015" y="5973"/>
                  </a:lnTo>
                  <a:cubicBezTo>
                    <a:pt x="3149" y="5973"/>
                    <a:pt x="3254" y="5867"/>
                    <a:pt x="3254" y="5743"/>
                  </a:cubicBezTo>
                  <a:lnTo>
                    <a:pt x="3254" y="4968"/>
                  </a:lnTo>
                  <a:cubicBezTo>
                    <a:pt x="3254" y="4719"/>
                    <a:pt x="3350" y="4480"/>
                    <a:pt x="3522" y="4307"/>
                  </a:cubicBezTo>
                  <a:lnTo>
                    <a:pt x="7197" y="632"/>
                  </a:lnTo>
                  <a:lnTo>
                    <a:pt x="6575" y="1"/>
                  </a:lnTo>
                  <a:close/>
                </a:path>
              </a:pathLst>
            </a:custGeom>
            <a:solidFill>
              <a:srgbClr val="BCC4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1329;p58">
              <a:extLst>
                <a:ext uri="{FF2B5EF4-FFF2-40B4-BE49-F238E27FC236}">
                  <a16:creationId xmlns:a16="http://schemas.microsoft.com/office/drawing/2014/main" id="{7CE80B15-2765-7BCF-09B7-C8868063D88E}"/>
                </a:ext>
              </a:extLst>
            </p:cNvPr>
            <p:cNvSpPr/>
            <p:nvPr/>
          </p:nvSpPr>
          <p:spPr>
            <a:xfrm>
              <a:off x="7971976" y="4526792"/>
              <a:ext cx="39232" cy="21875"/>
            </a:xfrm>
            <a:custGeom>
              <a:avLst/>
              <a:gdLst/>
              <a:ahLst/>
              <a:cxnLst/>
              <a:rect l="l" t="t" r="r" b="b"/>
              <a:pathLst>
                <a:path w="1494" h="833" extrusionOk="0">
                  <a:moveTo>
                    <a:pt x="48" y="0"/>
                  </a:moveTo>
                  <a:lnTo>
                    <a:pt x="48" y="469"/>
                  </a:lnTo>
                  <a:cubicBezTo>
                    <a:pt x="48" y="536"/>
                    <a:pt x="39" y="613"/>
                    <a:pt x="0" y="670"/>
                  </a:cubicBezTo>
                  <a:cubicBezTo>
                    <a:pt x="240" y="775"/>
                    <a:pt x="488" y="833"/>
                    <a:pt x="747" y="833"/>
                  </a:cubicBezTo>
                  <a:cubicBezTo>
                    <a:pt x="1005" y="833"/>
                    <a:pt x="1264" y="775"/>
                    <a:pt x="1493" y="670"/>
                  </a:cubicBezTo>
                  <a:cubicBezTo>
                    <a:pt x="1465" y="613"/>
                    <a:pt x="1445" y="536"/>
                    <a:pt x="1445" y="469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96A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1330;p58">
              <a:extLst>
                <a:ext uri="{FF2B5EF4-FFF2-40B4-BE49-F238E27FC236}">
                  <a16:creationId xmlns:a16="http://schemas.microsoft.com/office/drawing/2014/main" id="{1A11B25F-E7DF-DED6-B8C8-FDA4564218EC}"/>
                </a:ext>
              </a:extLst>
            </p:cNvPr>
            <p:cNvSpPr/>
            <p:nvPr/>
          </p:nvSpPr>
          <p:spPr>
            <a:xfrm>
              <a:off x="7954880" y="4476661"/>
              <a:ext cx="73160" cy="59952"/>
            </a:xfrm>
            <a:custGeom>
              <a:avLst/>
              <a:gdLst/>
              <a:ahLst/>
              <a:cxnLst/>
              <a:rect l="l" t="t" r="r" b="b"/>
              <a:pathLst>
                <a:path w="2786" h="2283" extrusionOk="0">
                  <a:moveTo>
                    <a:pt x="1074" y="1"/>
                  </a:moveTo>
                  <a:cubicBezTo>
                    <a:pt x="983" y="1"/>
                    <a:pt x="895" y="49"/>
                    <a:pt x="862" y="139"/>
                  </a:cubicBezTo>
                  <a:cubicBezTo>
                    <a:pt x="785" y="292"/>
                    <a:pt x="670" y="435"/>
                    <a:pt x="536" y="550"/>
                  </a:cubicBezTo>
                  <a:cubicBezTo>
                    <a:pt x="412" y="665"/>
                    <a:pt x="278" y="761"/>
                    <a:pt x="125" y="828"/>
                  </a:cubicBezTo>
                  <a:cubicBezTo>
                    <a:pt x="48" y="876"/>
                    <a:pt x="1" y="971"/>
                    <a:pt x="10" y="1067"/>
                  </a:cubicBezTo>
                  <a:cubicBezTo>
                    <a:pt x="96" y="1766"/>
                    <a:pt x="690" y="2282"/>
                    <a:pt x="1388" y="2282"/>
                  </a:cubicBezTo>
                  <a:cubicBezTo>
                    <a:pt x="2116" y="2282"/>
                    <a:pt x="2718" y="1727"/>
                    <a:pt x="2776" y="1000"/>
                  </a:cubicBezTo>
                  <a:cubicBezTo>
                    <a:pt x="2785" y="933"/>
                    <a:pt x="2747" y="866"/>
                    <a:pt x="2699" y="818"/>
                  </a:cubicBezTo>
                  <a:cubicBezTo>
                    <a:pt x="2240" y="435"/>
                    <a:pt x="1704" y="158"/>
                    <a:pt x="1120" y="5"/>
                  </a:cubicBezTo>
                  <a:cubicBezTo>
                    <a:pt x="1105" y="2"/>
                    <a:pt x="1090" y="1"/>
                    <a:pt x="1074" y="1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1331;p58">
              <a:extLst>
                <a:ext uri="{FF2B5EF4-FFF2-40B4-BE49-F238E27FC236}">
                  <a16:creationId xmlns:a16="http://schemas.microsoft.com/office/drawing/2014/main" id="{3FFF67C2-9F23-B084-6736-B5EAC584CD36}"/>
                </a:ext>
              </a:extLst>
            </p:cNvPr>
            <p:cNvSpPr/>
            <p:nvPr/>
          </p:nvSpPr>
          <p:spPr>
            <a:xfrm>
              <a:off x="7954880" y="4476583"/>
              <a:ext cx="73423" cy="59531"/>
            </a:xfrm>
            <a:custGeom>
              <a:avLst/>
              <a:gdLst/>
              <a:ahLst/>
              <a:cxnLst/>
              <a:rect l="l" t="t" r="r" b="b"/>
              <a:pathLst>
                <a:path w="2796" h="2267" extrusionOk="0">
                  <a:moveTo>
                    <a:pt x="1065" y="0"/>
                  </a:moveTo>
                  <a:cubicBezTo>
                    <a:pt x="980" y="0"/>
                    <a:pt x="901" y="53"/>
                    <a:pt x="862" y="132"/>
                  </a:cubicBezTo>
                  <a:cubicBezTo>
                    <a:pt x="804" y="247"/>
                    <a:pt x="737" y="352"/>
                    <a:pt x="651" y="448"/>
                  </a:cubicBezTo>
                  <a:cubicBezTo>
                    <a:pt x="613" y="486"/>
                    <a:pt x="584" y="515"/>
                    <a:pt x="546" y="553"/>
                  </a:cubicBezTo>
                  <a:cubicBezTo>
                    <a:pt x="422" y="658"/>
                    <a:pt x="278" y="754"/>
                    <a:pt x="135" y="831"/>
                  </a:cubicBezTo>
                  <a:cubicBezTo>
                    <a:pt x="48" y="879"/>
                    <a:pt x="1" y="974"/>
                    <a:pt x="10" y="1070"/>
                  </a:cubicBezTo>
                  <a:cubicBezTo>
                    <a:pt x="96" y="1682"/>
                    <a:pt x="575" y="2171"/>
                    <a:pt x="1187" y="2266"/>
                  </a:cubicBezTo>
                  <a:cubicBezTo>
                    <a:pt x="871" y="2075"/>
                    <a:pt x="680" y="1730"/>
                    <a:pt x="699" y="1357"/>
                  </a:cubicBezTo>
                  <a:lnTo>
                    <a:pt x="699" y="1022"/>
                  </a:lnTo>
                  <a:cubicBezTo>
                    <a:pt x="757" y="984"/>
                    <a:pt x="804" y="946"/>
                    <a:pt x="862" y="907"/>
                  </a:cubicBezTo>
                  <a:cubicBezTo>
                    <a:pt x="986" y="792"/>
                    <a:pt x="1101" y="658"/>
                    <a:pt x="1187" y="515"/>
                  </a:cubicBezTo>
                  <a:cubicBezTo>
                    <a:pt x="1637" y="649"/>
                    <a:pt x="2049" y="879"/>
                    <a:pt x="2403" y="1175"/>
                  </a:cubicBezTo>
                  <a:cubicBezTo>
                    <a:pt x="2441" y="1214"/>
                    <a:pt x="2556" y="1309"/>
                    <a:pt x="2680" y="1434"/>
                  </a:cubicBezTo>
                  <a:cubicBezTo>
                    <a:pt x="2738" y="1300"/>
                    <a:pt x="2776" y="1156"/>
                    <a:pt x="2785" y="1013"/>
                  </a:cubicBezTo>
                  <a:cubicBezTo>
                    <a:pt x="2795" y="936"/>
                    <a:pt x="2757" y="859"/>
                    <a:pt x="2699" y="821"/>
                  </a:cubicBezTo>
                  <a:cubicBezTo>
                    <a:pt x="2240" y="429"/>
                    <a:pt x="1704" y="161"/>
                    <a:pt x="1120" y="8"/>
                  </a:cubicBezTo>
                  <a:cubicBezTo>
                    <a:pt x="1102" y="3"/>
                    <a:pt x="1083" y="0"/>
                    <a:pt x="1065" y="0"/>
                  </a:cubicBezTo>
                  <a:close/>
                </a:path>
              </a:pathLst>
            </a:custGeom>
            <a:solidFill>
              <a:srgbClr val="ACB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1332;p58">
              <a:extLst>
                <a:ext uri="{FF2B5EF4-FFF2-40B4-BE49-F238E27FC236}">
                  <a16:creationId xmlns:a16="http://schemas.microsoft.com/office/drawing/2014/main" id="{344D83D5-D654-EA42-8F63-D6947BE1F4E3}"/>
                </a:ext>
              </a:extLst>
            </p:cNvPr>
            <p:cNvSpPr/>
            <p:nvPr/>
          </p:nvSpPr>
          <p:spPr>
            <a:xfrm>
              <a:off x="7936787" y="4566234"/>
              <a:ext cx="24396" cy="64363"/>
            </a:xfrm>
            <a:custGeom>
              <a:avLst/>
              <a:gdLst/>
              <a:ahLst/>
              <a:cxnLst/>
              <a:rect l="l" t="t" r="r" b="b"/>
              <a:pathLst>
                <a:path w="929" h="2451" extrusionOk="0">
                  <a:moveTo>
                    <a:pt x="106" y="1"/>
                  </a:moveTo>
                  <a:cubicBezTo>
                    <a:pt x="39" y="116"/>
                    <a:pt x="0" y="249"/>
                    <a:pt x="0" y="383"/>
                  </a:cubicBezTo>
                  <a:lnTo>
                    <a:pt x="0" y="2221"/>
                  </a:lnTo>
                  <a:cubicBezTo>
                    <a:pt x="0" y="2345"/>
                    <a:pt x="106" y="2451"/>
                    <a:pt x="230" y="2451"/>
                  </a:cubicBezTo>
                  <a:lnTo>
                    <a:pt x="929" y="2451"/>
                  </a:lnTo>
                  <a:lnTo>
                    <a:pt x="929" y="1207"/>
                  </a:lnTo>
                  <a:cubicBezTo>
                    <a:pt x="929" y="967"/>
                    <a:pt x="833" y="728"/>
                    <a:pt x="661" y="556"/>
                  </a:cubicBezTo>
                  <a:lnTo>
                    <a:pt x="106" y="1"/>
                  </a:lnTo>
                  <a:close/>
                </a:path>
              </a:pathLst>
            </a:custGeom>
            <a:solidFill>
              <a:srgbClr val="D2DB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1333;p58">
              <a:extLst>
                <a:ext uri="{FF2B5EF4-FFF2-40B4-BE49-F238E27FC236}">
                  <a16:creationId xmlns:a16="http://schemas.microsoft.com/office/drawing/2014/main" id="{2CC9CAAE-B873-2E4F-05EF-67C000E599EB}"/>
                </a:ext>
              </a:extLst>
            </p:cNvPr>
            <p:cNvSpPr/>
            <p:nvPr/>
          </p:nvSpPr>
          <p:spPr>
            <a:xfrm>
              <a:off x="8150150" y="4337799"/>
              <a:ext cx="109846" cy="109846"/>
            </a:xfrm>
            <a:custGeom>
              <a:avLst/>
              <a:gdLst/>
              <a:ahLst/>
              <a:cxnLst/>
              <a:rect l="l" t="t" r="r" b="b"/>
              <a:pathLst>
                <a:path w="4183" h="4183" extrusionOk="0">
                  <a:moveTo>
                    <a:pt x="2097" y="0"/>
                  </a:moveTo>
                  <a:cubicBezTo>
                    <a:pt x="939" y="0"/>
                    <a:pt x="1" y="929"/>
                    <a:pt x="1" y="2087"/>
                  </a:cubicBezTo>
                  <a:cubicBezTo>
                    <a:pt x="1" y="3245"/>
                    <a:pt x="939" y="4183"/>
                    <a:pt x="2097" y="4183"/>
                  </a:cubicBezTo>
                  <a:cubicBezTo>
                    <a:pt x="3255" y="4183"/>
                    <a:pt x="4183" y="3245"/>
                    <a:pt x="4183" y="2087"/>
                  </a:cubicBezTo>
                  <a:cubicBezTo>
                    <a:pt x="4183" y="929"/>
                    <a:pt x="3255" y="0"/>
                    <a:pt x="209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1334;p58">
              <a:extLst>
                <a:ext uri="{FF2B5EF4-FFF2-40B4-BE49-F238E27FC236}">
                  <a16:creationId xmlns:a16="http://schemas.microsoft.com/office/drawing/2014/main" id="{6D67CF35-E243-E280-F8AD-97213ABA0442}"/>
                </a:ext>
              </a:extLst>
            </p:cNvPr>
            <p:cNvSpPr/>
            <p:nvPr/>
          </p:nvSpPr>
          <p:spPr>
            <a:xfrm>
              <a:off x="8168505" y="4355892"/>
              <a:ext cx="73397" cy="73397"/>
            </a:xfrm>
            <a:custGeom>
              <a:avLst/>
              <a:gdLst/>
              <a:ahLst/>
              <a:cxnLst/>
              <a:rect l="l" t="t" r="r" b="b"/>
              <a:pathLst>
                <a:path w="2795" h="2795" extrusionOk="0">
                  <a:moveTo>
                    <a:pt x="1398" y="0"/>
                  </a:moveTo>
                  <a:cubicBezTo>
                    <a:pt x="632" y="0"/>
                    <a:pt x="0" y="632"/>
                    <a:pt x="0" y="1398"/>
                  </a:cubicBezTo>
                  <a:cubicBezTo>
                    <a:pt x="0" y="2173"/>
                    <a:pt x="632" y="2795"/>
                    <a:pt x="1398" y="2795"/>
                  </a:cubicBezTo>
                  <a:cubicBezTo>
                    <a:pt x="2163" y="2795"/>
                    <a:pt x="2795" y="2173"/>
                    <a:pt x="2795" y="1398"/>
                  </a:cubicBezTo>
                  <a:cubicBezTo>
                    <a:pt x="2795" y="632"/>
                    <a:pt x="2163" y="0"/>
                    <a:pt x="1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1335;p58">
              <a:extLst>
                <a:ext uri="{FF2B5EF4-FFF2-40B4-BE49-F238E27FC236}">
                  <a16:creationId xmlns:a16="http://schemas.microsoft.com/office/drawing/2014/main" id="{3E19B1EB-F7B3-9009-9FBE-D965E347CED4}"/>
                </a:ext>
              </a:extLst>
            </p:cNvPr>
            <p:cNvSpPr/>
            <p:nvPr/>
          </p:nvSpPr>
          <p:spPr>
            <a:xfrm>
              <a:off x="8022237" y="4473747"/>
              <a:ext cx="103569" cy="130460"/>
            </a:xfrm>
            <a:custGeom>
              <a:avLst/>
              <a:gdLst/>
              <a:ahLst/>
              <a:cxnLst/>
              <a:rect l="l" t="t" r="r" b="b"/>
              <a:pathLst>
                <a:path w="3944" h="4968" extrusionOk="0">
                  <a:moveTo>
                    <a:pt x="3321" y="1"/>
                  </a:moveTo>
                  <a:lnTo>
                    <a:pt x="680" y="2527"/>
                  </a:lnTo>
                  <a:cubicBezTo>
                    <a:pt x="469" y="2719"/>
                    <a:pt x="307" y="2958"/>
                    <a:pt x="192" y="3226"/>
                  </a:cubicBezTo>
                  <a:cubicBezTo>
                    <a:pt x="67" y="3504"/>
                    <a:pt x="0" y="3810"/>
                    <a:pt x="0" y="4116"/>
                  </a:cubicBezTo>
                  <a:lnTo>
                    <a:pt x="0" y="4968"/>
                  </a:lnTo>
                  <a:cubicBezTo>
                    <a:pt x="0" y="4719"/>
                    <a:pt x="96" y="4480"/>
                    <a:pt x="268" y="4307"/>
                  </a:cubicBezTo>
                  <a:lnTo>
                    <a:pt x="3943" y="632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D2DB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1336;p58">
              <a:extLst>
                <a:ext uri="{FF2B5EF4-FFF2-40B4-BE49-F238E27FC236}">
                  <a16:creationId xmlns:a16="http://schemas.microsoft.com/office/drawing/2014/main" id="{060326F6-DD36-D15B-892A-07186EB8083C}"/>
                </a:ext>
              </a:extLst>
            </p:cNvPr>
            <p:cNvSpPr/>
            <p:nvPr/>
          </p:nvSpPr>
          <p:spPr>
            <a:xfrm>
              <a:off x="8186835" y="4374221"/>
              <a:ext cx="36738" cy="36738"/>
            </a:xfrm>
            <a:custGeom>
              <a:avLst/>
              <a:gdLst/>
              <a:ahLst/>
              <a:cxnLst/>
              <a:rect l="l" t="t" r="r" b="b"/>
              <a:pathLst>
                <a:path w="1399" h="1399" extrusionOk="0">
                  <a:moveTo>
                    <a:pt x="700" y="1"/>
                  </a:moveTo>
                  <a:cubicBezTo>
                    <a:pt x="317" y="1"/>
                    <a:pt x="1" y="317"/>
                    <a:pt x="1" y="700"/>
                  </a:cubicBezTo>
                  <a:cubicBezTo>
                    <a:pt x="1" y="1082"/>
                    <a:pt x="317" y="1398"/>
                    <a:pt x="700" y="1398"/>
                  </a:cubicBezTo>
                  <a:cubicBezTo>
                    <a:pt x="1082" y="1398"/>
                    <a:pt x="1398" y="1082"/>
                    <a:pt x="1398" y="700"/>
                  </a:cubicBezTo>
                  <a:cubicBezTo>
                    <a:pt x="1398" y="317"/>
                    <a:pt x="1082" y="1"/>
                    <a:pt x="70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1337;p58">
              <a:extLst>
                <a:ext uri="{FF2B5EF4-FFF2-40B4-BE49-F238E27FC236}">
                  <a16:creationId xmlns:a16="http://schemas.microsoft.com/office/drawing/2014/main" id="{965A899F-AB98-B160-1CDC-E35C3857E7C7}"/>
                </a:ext>
              </a:extLst>
            </p:cNvPr>
            <p:cNvSpPr/>
            <p:nvPr/>
          </p:nvSpPr>
          <p:spPr>
            <a:xfrm>
              <a:off x="8196893" y="4319285"/>
              <a:ext cx="84111" cy="79594"/>
            </a:xfrm>
            <a:custGeom>
              <a:avLst/>
              <a:gdLst/>
              <a:ahLst/>
              <a:cxnLst/>
              <a:rect l="l" t="t" r="r" b="b"/>
              <a:pathLst>
                <a:path w="3203" h="3031" extrusionOk="0">
                  <a:moveTo>
                    <a:pt x="2873" y="0"/>
                  </a:moveTo>
                  <a:cubicBezTo>
                    <a:pt x="2818" y="0"/>
                    <a:pt x="2761" y="22"/>
                    <a:pt x="2709" y="74"/>
                  </a:cubicBezTo>
                  <a:lnTo>
                    <a:pt x="154" y="2629"/>
                  </a:lnTo>
                  <a:cubicBezTo>
                    <a:pt x="1" y="2772"/>
                    <a:pt x="106" y="3031"/>
                    <a:pt x="317" y="3031"/>
                  </a:cubicBezTo>
                  <a:cubicBezTo>
                    <a:pt x="374" y="3031"/>
                    <a:pt x="441" y="3002"/>
                    <a:pt x="479" y="2954"/>
                  </a:cubicBezTo>
                  <a:lnTo>
                    <a:pt x="3035" y="399"/>
                  </a:lnTo>
                  <a:cubicBezTo>
                    <a:pt x="3203" y="231"/>
                    <a:pt x="3052" y="0"/>
                    <a:pt x="2873" y="0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1338;p58">
              <a:extLst>
                <a:ext uri="{FF2B5EF4-FFF2-40B4-BE49-F238E27FC236}">
                  <a16:creationId xmlns:a16="http://schemas.microsoft.com/office/drawing/2014/main" id="{075E81AB-4607-1D9A-4334-09F998AF5B4F}"/>
                </a:ext>
              </a:extLst>
            </p:cNvPr>
            <p:cNvSpPr/>
            <p:nvPr/>
          </p:nvSpPr>
          <p:spPr>
            <a:xfrm>
              <a:off x="8243635" y="4322095"/>
              <a:ext cx="38734" cy="32063"/>
            </a:xfrm>
            <a:custGeom>
              <a:avLst/>
              <a:gdLst/>
              <a:ahLst/>
              <a:cxnLst/>
              <a:rect l="l" t="t" r="r" b="b"/>
              <a:pathLst>
                <a:path w="1475" h="1221" extrusionOk="0">
                  <a:moveTo>
                    <a:pt x="477" y="1"/>
                  </a:moveTo>
                  <a:cubicBezTo>
                    <a:pt x="286" y="1"/>
                    <a:pt x="97" y="107"/>
                    <a:pt x="1" y="292"/>
                  </a:cubicBezTo>
                  <a:lnTo>
                    <a:pt x="1" y="991"/>
                  </a:lnTo>
                  <a:cubicBezTo>
                    <a:pt x="1" y="1115"/>
                    <a:pt x="106" y="1220"/>
                    <a:pt x="240" y="1220"/>
                  </a:cubicBezTo>
                  <a:lnTo>
                    <a:pt x="939" y="1220"/>
                  </a:lnTo>
                  <a:cubicBezTo>
                    <a:pt x="1063" y="1220"/>
                    <a:pt x="1168" y="1115"/>
                    <a:pt x="1168" y="991"/>
                  </a:cubicBezTo>
                  <a:cubicBezTo>
                    <a:pt x="1475" y="991"/>
                    <a:pt x="1475" y="522"/>
                    <a:pt x="1168" y="522"/>
                  </a:cubicBezTo>
                  <a:lnTo>
                    <a:pt x="699" y="522"/>
                  </a:lnTo>
                  <a:lnTo>
                    <a:pt x="699" y="53"/>
                  </a:lnTo>
                  <a:cubicBezTo>
                    <a:pt x="629" y="17"/>
                    <a:pt x="553" y="1"/>
                    <a:pt x="4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1339;p58">
              <a:extLst>
                <a:ext uri="{FF2B5EF4-FFF2-40B4-BE49-F238E27FC236}">
                  <a16:creationId xmlns:a16="http://schemas.microsoft.com/office/drawing/2014/main" id="{0C171FAF-574F-3331-BEED-A1BF3202C17D}"/>
                </a:ext>
              </a:extLst>
            </p:cNvPr>
            <p:cNvSpPr/>
            <p:nvPr/>
          </p:nvSpPr>
          <p:spPr>
            <a:xfrm>
              <a:off x="8217822" y="4319312"/>
              <a:ext cx="61291" cy="58245"/>
            </a:xfrm>
            <a:custGeom>
              <a:avLst/>
              <a:gdLst/>
              <a:ahLst/>
              <a:cxnLst/>
              <a:rect l="l" t="t" r="r" b="b"/>
              <a:pathLst>
                <a:path w="2334" h="2218" extrusionOk="0">
                  <a:moveTo>
                    <a:pt x="2075" y="1"/>
                  </a:moveTo>
                  <a:cubicBezTo>
                    <a:pt x="2015" y="1"/>
                    <a:pt x="1955" y="25"/>
                    <a:pt x="1912" y="73"/>
                  </a:cubicBezTo>
                  <a:lnTo>
                    <a:pt x="170" y="1814"/>
                  </a:lnTo>
                  <a:cubicBezTo>
                    <a:pt x="0" y="1985"/>
                    <a:pt x="156" y="2217"/>
                    <a:pt x="337" y="2217"/>
                  </a:cubicBezTo>
                  <a:cubicBezTo>
                    <a:pt x="390" y="2217"/>
                    <a:pt x="446" y="2197"/>
                    <a:pt x="496" y="2149"/>
                  </a:cubicBezTo>
                  <a:lnTo>
                    <a:pt x="2238" y="398"/>
                  </a:lnTo>
                  <a:cubicBezTo>
                    <a:pt x="2333" y="312"/>
                    <a:pt x="2333" y="159"/>
                    <a:pt x="2238" y="73"/>
                  </a:cubicBezTo>
                  <a:cubicBezTo>
                    <a:pt x="2194" y="25"/>
                    <a:pt x="2135" y="1"/>
                    <a:pt x="2075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5" name="Google Shape;9514;p58">
            <a:extLst>
              <a:ext uri="{FF2B5EF4-FFF2-40B4-BE49-F238E27FC236}">
                <a16:creationId xmlns:a16="http://schemas.microsoft.com/office/drawing/2014/main" id="{3C191E32-A564-D736-9A2E-B0FDD0FF88D6}"/>
              </a:ext>
            </a:extLst>
          </p:cNvPr>
          <p:cNvGrpSpPr/>
          <p:nvPr/>
        </p:nvGrpSpPr>
        <p:grpSpPr>
          <a:xfrm>
            <a:off x="207154" y="1774639"/>
            <a:ext cx="636972" cy="572700"/>
            <a:chOff x="3994400" y="4299932"/>
            <a:chExt cx="338281" cy="322657"/>
          </a:xfrm>
        </p:grpSpPr>
        <p:sp>
          <p:nvSpPr>
            <p:cNvPr id="1706" name="Google Shape;9515;p58">
              <a:extLst>
                <a:ext uri="{FF2B5EF4-FFF2-40B4-BE49-F238E27FC236}">
                  <a16:creationId xmlns:a16="http://schemas.microsoft.com/office/drawing/2014/main" id="{D3A14910-C6CC-ABD0-748C-D37F724FD8CB}"/>
                </a:ext>
              </a:extLst>
            </p:cNvPr>
            <p:cNvSpPr/>
            <p:nvPr/>
          </p:nvSpPr>
          <p:spPr>
            <a:xfrm>
              <a:off x="3994400" y="4299932"/>
              <a:ext cx="286759" cy="272447"/>
            </a:xfrm>
            <a:custGeom>
              <a:avLst/>
              <a:gdLst/>
              <a:ahLst/>
              <a:cxnLst/>
              <a:rect l="l" t="t" r="r" b="b"/>
              <a:pathLst>
                <a:path w="10920" h="10375" extrusionOk="0">
                  <a:moveTo>
                    <a:pt x="5734" y="0"/>
                  </a:moveTo>
                  <a:cubicBezTo>
                    <a:pt x="4736" y="0"/>
                    <a:pt x="3732" y="288"/>
                    <a:pt x="2852" y="878"/>
                  </a:cubicBezTo>
                  <a:cubicBezTo>
                    <a:pt x="794" y="2246"/>
                    <a:pt x="0" y="4888"/>
                    <a:pt x="948" y="7175"/>
                  </a:cubicBezTo>
                  <a:cubicBezTo>
                    <a:pt x="1764" y="9137"/>
                    <a:pt x="3673" y="10374"/>
                    <a:pt x="5740" y="10374"/>
                  </a:cubicBezTo>
                  <a:cubicBezTo>
                    <a:pt x="6073" y="10374"/>
                    <a:pt x="6410" y="10342"/>
                    <a:pt x="6747" y="10276"/>
                  </a:cubicBezTo>
                  <a:cubicBezTo>
                    <a:pt x="9169" y="9788"/>
                    <a:pt x="10920" y="7663"/>
                    <a:pt x="10920" y="5184"/>
                  </a:cubicBezTo>
                  <a:cubicBezTo>
                    <a:pt x="10920" y="3806"/>
                    <a:pt x="10374" y="2485"/>
                    <a:pt x="9398" y="1519"/>
                  </a:cubicBezTo>
                  <a:cubicBezTo>
                    <a:pt x="8396" y="516"/>
                    <a:pt x="7070" y="0"/>
                    <a:pt x="5734" y="0"/>
                  </a:cubicBezTo>
                  <a:close/>
                </a:path>
              </a:pathLst>
            </a:custGeom>
            <a:solidFill>
              <a:srgbClr val="E4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9516;p58">
              <a:extLst>
                <a:ext uri="{FF2B5EF4-FFF2-40B4-BE49-F238E27FC236}">
                  <a16:creationId xmlns:a16="http://schemas.microsoft.com/office/drawing/2014/main" id="{13EE8930-331D-8E31-7691-E7E99F765BE2}"/>
                </a:ext>
              </a:extLst>
            </p:cNvPr>
            <p:cNvSpPr/>
            <p:nvPr/>
          </p:nvSpPr>
          <p:spPr>
            <a:xfrm>
              <a:off x="4027829" y="4330314"/>
              <a:ext cx="223184" cy="211839"/>
            </a:xfrm>
            <a:custGeom>
              <a:avLst/>
              <a:gdLst/>
              <a:ahLst/>
              <a:cxnLst/>
              <a:rect l="l" t="t" r="r" b="b"/>
              <a:pathLst>
                <a:path w="8499" h="8067" extrusionOk="0">
                  <a:moveTo>
                    <a:pt x="4461" y="0"/>
                  </a:moveTo>
                  <a:cubicBezTo>
                    <a:pt x="3684" y="0"/>
                    <a:pt x="2903" y="224"/>
                    <a:pt x="2220" y="678"/>
                  </a:cubicBezTo>
                  <a:cubicBezTo>
                    <a:pt x="622" y="1750"/>
                    <a:pt x="0" y="3798"/>
                    <a:pt x="737" y="5578"/>
                  </a:cubicBezTo>
                  <a:cubicBezTo>
                    <a:pt x="1371" y="7109"/>
                    <a:pt x="2855" y="8067"/>
                    <a:pt x="4458" y="8067"/>
                  </a:cubicBezTo>
                  <a:cubicBezTo>
                    <a:pt x="4718" y="8067"/>
                    <a:pt x="4981" y="8041"/>
                    <a:pt x="5245" y="7989"/>
                  </a:cubicBezTo>
                  <a:cubicBezTo>
                    <a:pt x="7139" y="7616"/>
                    <a:pt x="8498" y="5960"/>
                    <a:pt x="8498" y="4037"/>
                  </a:cubicBezTo>
                  <a:cubicBezTo>
                    <a:pt x="8498" y="2965"/>
                    <a:pt x="8068" y="1931"/>
                    <a:pt x="7312" y="1185"/>
                  </a:cubicBezTo>
                  <a:cubicBezTo>
                    <a:pt x="6534" y="401"/>
                    <a:pt x="5501" y="0"/>
                    <a:pt x="4461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8" name="Google Shape;9517;p58">
              <a:extLst>
                <a:ext uri="{FF2B5EF4-FFF2-40B4-BE49-F238E27FC236}">
                  <a16:creationId xmlns:a16="http://schemas.microsoft.com/office/drawing/2014/main" id="{CCD88F1B-23FF-E0E9-7A28-CFC9EB1DE878}"/>
                </a:ext>
              </a:extLst>
            </p:cNvPr>
            <p:cNvSpPr/>
            <p:nvPr/>
          </p:nvSpPr>
          <p:spPr>
            <a:xfrm>
              <a:off x="4095422" y="4335330"/>
              <a:ext cx="99053" cy="201729"/>
            </a:xfrm>
            <a:custGeom>
              <a:avLst/>
              <a:gdLst/>
              <a:ahLst/>
              <a:cxnLst/>
              <a:rect l="l" t="t" r="r" b="b"/>
              <a:pathLst>
                <a:path w="3772" h="7682" extrusionOk="0">
                  <a:moveTo>
                    <a:pt x="1886" y="1"/>
                  </a:moveTo>
                  <a:cubicBezTo>
                    <a:pt x="1694" y="1"/>
                    <a:pt x="1503" y="128"/>
                    <a:pt x="1503" y="381"/>
                  </a:cubicBezTo>
                  <a:lnTo>
                    <a:pt x="1503" y="917"/>
                  </a:lnTo>
                  <a:cubicBezTo>
                    <a:pt x="632" y="1023"/>
                    <a:pt x="0" y="1788"/>
                    <a:pt x="48" y="2669"/>
                  </a:cubicBezTo>
                  <a:cubicBezTo>
                    <a:pt x="106" y="3540"/>
                    <a:pt x="833" y="4219"/>
                    <a:pt x="1704" y="4229"/>
                  </a:cubicBezTo>
                  <a:lnTo>
                    <a:pt x="2068" y="4229"/>
                  </a:lnTo>
                  <a:cubicBezTo>
                    <a:pt x="2079" y="4228"/>
                    <a:pt x="2091" y="4228"/>
                    <a:pt x="2102" y="4228"/>
                  </a:cubicBezTo>
                  <a:cubicBezTo>
                    <a:pt x="2594" y="4228"/>
                    <a:pt x="2996" y="4623"/>
                    <a:pt x="2996" y="5119"/>
                  </a:cubicBezTo>
                  <a:cubicBezTo>
                    <a:pt x="2996" y="5614"/>
                    <a:pt x="2594" y="6009"/>
                    <a:pt x="2102" y="6009"/>
                  </a:cubicBezTo>
                  <a:cubicBezTo>
                    <a:pt x="2091" y="6009"/>
                    <a:pt x="2079" y="6009"/>
                    <a:pt x="2068" y="6009"/>
                  </a:cubicBezTo>
                  <a:lnTo>
                    <a:pt x="1522" y="6009"/>
                  </a:lnTo>
                  <a:cubicBezTo>
                    <a:pt x="1130" y="6009"/>
                    <a:pt x="814" y="5693"/>
                    <a:pt x="814" y="5301"/>
                  </a:cubicBezTo>
                  <a:cubicBezTo>
                    <a:pt x="814" y="5047"/>
                    <a:pt x="622" y="4920"/>
                    <a:pt x="431" y="4920"/>
                  </a:cubicBezTo>
                  <a:cubicBezTo>
                    <a:pt x="240" y="4920"/>
                    <a:pt x="48" y="5047"/>
                    <a:pt x="48" y="5301"/>
                  </a:cubicBezTo>
                  <a:cubicBezTo>
                    <a:pt x="48" y="6114"/>
                    <a:pt x="699" y="6765"/>
                    <a:pt x="1503" y="6784"/>
                  </a:cubicBezTo>
                  <a:lnTo>
                    <a:pt x="1503" y="7301"/>
                  </a:lnTo>
                  <a:cubicBezTo>
                    <a:pt x="1503" y="7554"/>
                    <a:pt x="1694" y="7681"/>
                    <a:pt x="1886" y="7681"/>
                  </a:cubicBezTo>
                  <a:cubicBezTo>
                    <a:pt x="2077" y="7681"/>
                    <a:pt x="2269" y="7554"/>
                    <a:pt x="2269" y="7301"/>
                  </a:cubicBezTo>
                  <a:lnTo>
                    <a:pt x="2269" y="6765"/>
                  </a:lnTo>
                  <a:cubicBezTo>
                    <a:pt x="3139" y="6660"/>
                    <a:pt x="3771" y="5894"/>
                    <a:pt x="3723" y="5023"/>
                  </a:cubicBezTo>
                  <a:cubicBezTo>
                    <a:pt x="3666" y="4143"/>
                    <a:pt x="2948" y="3463"/>
                    <a:pt x="2068" y="3453"/>
                  </a:cubicBezTo>
                  <a:lnTo>
                    <a:pt x="1704" y="3453"/>
                  </a:lnTo>
                  <a:cubicBezTo>
                    <a:pt x="1692" y="3454"/>
                    <a:pt x="1681" y="3454"/>
                    <a:pt x="1669" y="3454"/>
                  </a:cubicBezTo>
                  <a:cubicBezTo>
                    <a:pt x="1178" y="3454"/>
                    <a:pt x="776" y="3059"/>
                    <a:pt x="776" y="2563"/>
                  </a:cubicBezTo>
                  <a:cubicBezTo>
                    <a:pt x="776" y="2068"/>
                    <a:pt x="1178" y="1673"/>
                    <a:pt x="1669" y="1673"/>
                  </a:cubicBezTo>
                  <a:cubicBezTo>
                    <a:pt x="1681" y="1673"/>
                    <a:pt x="1692" y="1673"/>
                    <a:pt x="1704" y="1673"/>
                  </a:cubicBezTo>
                  <a:lnTo>
                    <a:pt x="2249" y="1673"/>
                  </a:lnTo>
                  <a:cubicBezTo>
                    <a:pt x="2642" y="1673"/>
                    <a:pt x="2958" y="1989"/>
                    <a:pt x="2958" y="2382"/>
                  </a:cubicBezTo>
                  <a:lnTo>
                    <a:pt x="2958" y="2745"/>
                  </a:lnTo>
                  <a:cubicBezTo>
                    <a:pt x="2958" y="2960"/>
                    <a:pt x="3121" y="3128"/>
                    <a:pt x="3333" y="3128"/>
                  </a:cubicBezTo>
                  <a:cubicBezTo>
                    <a:pt x="3338" y="3128"/>
                    <a:pt x="3344" y="3128"/>
                    <a:pt x="3350" y="3128"/>
                  </a:cubicBezTo>
                  <a:cubicBezTo>
                    <a:pt x="3561" y="3128"/>
                    <a:pt x="3733" y="2956"/>
                    <a:pt x="3733" y="2745"/>
                  </a:cubicBezTo>
                  <a:lnTo>
                    <a:pt x="3733" y="2382"/>
                  </a:lnTo>
                  <a:cubicBezTo>
                    <a:pt x="3733" y="1578"/>
                    <a:pt x="3082" y="917"/>
                    <a:pt x="2269" y="908"/>
                  </a:cubicBezTo>
                  <a:lnTo>
                    <a:pt x="2269" y="381"/>
                  </a:lnTo>
                  <a:cubicBezTo>
                    <a:pt x="2269" y="128"/>
                    <a:pt x="2077" y="1"/>
                    <a:pt x="1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9518;p58">
              <a:extLst>
                <a:ext uri="{FF2B5EF4-FFF2-40B4-BE49-F238E27FC236}">
                  <a16:creationId xmlns:a16="http://schemas.microsoft.com/office/drawing/2014/main" id="{11DB4DA5-8381-4E38-EE76-C9AE851A8A72}"/>
                </a:ext>
              </a:extLst>
            </p:cNvPr>
            <p:cNvSpPr/>
            <p:nvPr/>
          </p:nvSpPr>
          <p:spPr>
            <a:xfrm>
              <a:off x="4179611" y="4472250"/>
              <a:ext cx="153070" cy="150339"/>
            </a:xfrm>
            <a:custGeom>
              <a:avLst/>
              <a:gdLst/>
              <a:ahLst/>
              <a:cxnLst/>
              <a:rect l="l" t="t" r="r" b="b"/>
              <a:pathLst>
                <a:path w="5829" h="5725" extrusionOk="0">
                  <a:moveTo>
                    <a:pt x="2910" y="2096"/>
                  </a:moveTo>
                  <a:cubicBezTo>
                    <a:pt x="3331" y="2096"/>
                    <a:pt x="3675" y="2441"/>
                    <a:pt x="3675" y="2871"/>
                  </a:cubicBezTo>
                  <a:cubicBezTo>
                    <a:pt x="3675" y="3330"/>
                    <a:pt x="3300" y="3637"/>
                    <a:pt x="2906" y="3637"/>
                  </a:cubicBezTo>
                  <a:cubicBezTo>
                    <a:pt x="2716" y="3637"/>
                    <a:pt x="2523" y="3566"/>
                    <a:pt x="2364" y="3407"/>
                  </a:cubicBezTo>
                  <a:cubicBezTo>
                    <a:pt x="1876" y="2929"/>
                    <a:pt x="2221" y="2096"/>
                    <a:pt x="2910" y="2096"/>
                  </a:cubicBezTo>
                  <a:close/>
                  <a:moveTo>
                    <a:pt x="2527" y="0"/>
                  </a:moveTo>
                  <a:cubicBezTo>
                    <a:pt x="2441" y="0"/>
                    <a:pt x="2364" y="58"/>
                    <a:pt x="2345" y="154"/>
                  </a:cubicBezTo>
                  <a:lnTo>
                    <a:pt x="2192" y="890"/>
                  </a:lnTo>
                  <a:lnTo>
                    <a:pt x="1599" y="421"/>
                  </a:lnTo>
                  <a:cubicBezTo>
                    <a:pt x="1565" y="393"/>
                    <a:pt x="1525" y="378"/>
                    <a:pt x="1483" y="378"/>
                  </a:cubicBezTo>
                  <a:cubicBezTo>
                    <a:pt x="1441" y="378"/>
                    <a:pt x="1398" y="393"/>
                    <a:pt x="1359" y="421"/>
                  </a:cubicBezTo>
                  <a:lnTo>
                    <a:pt x="776" y="910"/>
                  </a:lnTo>
                  <a:cubicBezTo>
                    <a:pt x="709" y="977"/>
                    <a:pt x="690" y="1072"/>
                    <a:pt x="728" y="1149"/>
                  </a:cubicBezTo>
                  <a:lnTo>
                    <a:pt x="1091" y="1819"/>
                  </a:lnTo>
                  <a:lnTo>
                    <a:pt x="335" y="1828"/>
                  </a:lnTo>
                  <a:cubicBezTo>
                    <a:pt x="240" y="1838"/>
                    <a:pt x="163" y="1905"/>
                    <a:pt x="154" y="1991"/>
                  </a:cubicBezTo>
                  <a:lnTo>
                    <a:pt x="20" y="2747"/>
                  </a:lnTo>
                  <a:cubicBezTo>
                    <a:pt x="0" y="2833"/>
                    <a:pt x="48" y="2929"/>
                    <a:pt x="134" y="2958"/>
                  </a:cubicBezTo>
                  <a:lnTo>
                    <a:pt x="843" y="3235"/>
                  </a:lnTo>
                  <a:lnTo>
                    <a:pt x="268" y="3733"/>
                  </a:lnTo>
                  <a:cubicBezTo>
                    <a:pt x="201" y="3790"/>
                    <a:pt x="192" y="3895"/>
                    <a:pt x="230" y="3972"/>
                  </a:cubicBezTo>
                  <a:lnTo>
                    <a:pt x="603" y="4652"/>
                  </a:lnTo>
                  <a:cubicBezTo>
                    <a:pt x="633" y="4711"/>
                    <a:pt x="697" y="4747"/>
                    <a:pt x="765" y="4747"/>
                  </a:cubicBezTo>
                  <a:cubicBezTo>
                    <a:pt x="784" y="4747"/>
                    <a:pt x="804" y="4744"/>
                    <a:pt x="824" y="4738"/>
                  </a:cubicBezTo>
                  <a:lnTo>
                    <a:pt x="1541" y="4498"/>
                  </a:lnTo>
                  <a:lnTo>
                    <a:pt x="1426" y="5245"/>
                  </a:lnTo>
                  <a:cubicBezTo>
                    <a:pt x="1407" y="5331"/>
                    <a:pt x="1465" y="5417"/>
                    <a:pt x="1541" y="5446"/>
                  </a:cubicBezTo>
                  <a:lnTo>
                    <a:pt x="2259" y="5714"/>
                  </a:lnTo>
                  <a:cubicBezTo>
                    <a:pt x="2281" y="5721"/>
                    <a:pt x="2304" y="5725"/>
                    <a:pt x="2326" y="5725"/>
                  </a:cubicBezTo>
                  <a:cubicBezTo>
                    <a:pt x="2391" y="5725"/>
                    <a:pt x="2453" y="5694"/>
                    <a:pt x="2489" y="5637"/>
                  </a:cubicBezTo>
                  <a:lnTo>
                    <a:pt x="2881" y="4986"/>
                  </a:lnTo>
                  <a:lnTo>
                    <a:pt x="3274" y="5637"/>
                  </a:lnTo>
                  <a:cubicBezTo>
                    <a:pt x="3309" y="5694"/>
                    <a:pt x="3371" y="5725"/>
                    <a:pt x="3436" y="5725"/>
                  </a:cubicBezTo>
                  <a:cubicBezTo>
                    <a:pt x="3459" y="5725"/>
                    <a:pt x="3481" y="5721"/>
                    <a:pt x="3503" y="5714"/>
                  </a:cubicBezTo>
                  <a:lnTo>
                    <a:pt x="4221" y="5446"/>
                  </a:lnTo>
                  <a:cubicBezTo>
                    <a:pt x="4307" y="5417"/>
                    <a:pt x="4355" y="5331"/>
                    <a:pt x="4345" y="5245"/>
                  </a:cubicBezTo>
                  <a:lnTo>
                    <a:pt x="4221" y="4498"/>
                  </a:lnTo>
                  <a:lnTo>
                    <a:pt x="4939" y="4738"/>
                  </a:lnTo>
                  <a:cubicBezTo>
                    <a:pt x="4958" y="4744"/>
                    <a:pt x="4978" y="4747"/>
                    <a:pt x="4998" y="4747"/>
                  </a:cubicBezTo>
                  <a:cubicBezTo>
                    <a:pt x="5066" y="4747"/>
                    <a:pt x="5131" y="4711"/>
                    <a:pt x="5168" y="4652"/>
                  </a:cubicBezTo>
                  <a:lnTo>
                    <a:pt x="5551" y="3982"/>
                  </a:lnTo>
                  <a:cubicBezTo>
                    <a:pt x="5599" y="3905"/>
                    <a:pt x="5580" y="3800"/>
                    <a:pt x="5513" y="3742"/>
                  </a:cubicBezTo>
                  <a:lnTo>
                    <a:pt x="4948" y="3245"/>
                  </a:lnTo>
                  <a:lnTo>
                    <a:pt x="5657" y="2967"/>
                  </a:lnTo>
                  <a:cubicBezTo>
                    <a:pt x="5752" y="2948"/>
                    <a:pt x="5829" y="2852"/>
                    <a:pt x="5810" y="2747"/>
                  </a:cubicBezTo>
                  <a:lnTo>
                    <a:pt x="5676" y="1991"/>
                  </a:lnTo>
                  <a:cubicBezTo>
                    <a:pt x="5657" y="1905"/>
                    <a:pt x="5580" y="1838"/>
                    <a:pt x="5494" y="1828"/>
                  </a:cubicBezTo>
                  <a:lnTo>
                    <a:pt x="4738" y="1819"/>
                  </a:lnTo>
                  <a:lnTo>
                    <a:pt x="5101" y="1149"/>
                  </a:lnTo>
                  <a:cubicBezTo>
                    <a:pt x="5140" y="1072"/>
                    <a:pt x="5121" y="977"/>
                    <a:pt x="5054" y="910"/>
                  </a:cubicBezTo>
                  <a:lnTo>
                    <a:pt x="4460" y="421"/>
                  </a:lnTo>
                  <a:cubicBezTo>
                    <a:pt x="4427" y="393"/>
                    <a:pt x="4386" y="378"/>
                    <a:pt x="4344" y="378"/>
                  </a:cubicBezTo>
                  <a:cubicBezTo>
                    <a:pt x="4302" y="378"/>
                    <a:pt x="4259" y="393"/>
                    <a:pt x="4221" y="421"/>
                  </a:cubicBezTo>
                  <a:lnTo>
                    <a:pt x="3637" y="890"/>
                  </a:lnTo>
                  <a:lnTo>
                    <a:pt x="3484" y="154"/>
                  </a:lnTo>
                  <a:cubicBezTo>
                    <a:pt x="3465" y="58"/>
                    <a:pt x="3388" y="0"/>
                    <a:pt x="3302" y="0"/>
                  </a:cubicBezTo>
                  <a:close/>
                </a:path>
              </a:pathLst>
            </a:custGeom>
            <a:solidFill>
              <a:srgbClr val="A1B0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9519;p58">
              <a:extLst>
                <a:ext uri="{FF2B5EF4-FFF2-40B4-BE49-F238E27FC236}">
                  <a16:creationId xmlns:a16="http://schemas.microsoft.com/office/drawing/2014/main" id="{8F4FF908-A639-D31C-9967-A00BF80401C9}"/>
                </a:ext>
              </a:extLst>
            </p:cNvPr>
            <p:cNvSpPr/>
            <p:nvPr/>
          </p:nvSpPr>
          <p:spPr>
            <a:xfrm>
              <a:off x="4238408" y="4472250"/>
              <a:ext cx="18119" cy="23135"/>
            </a:xfrm>
            <a:custGeom>
              <a:avLst/>
              <a:gdLst/>
              <a:ahLst/>
              <a:cxnLst/>
              <a:rect l="l" t="t" r="r" b="b"/>
              <a:pathLst>
                <a:path w="690" h="881" extrusionOk="0">
                  <a:moveTo>
                    <a:pt x="278" y="0"/>
                  </a:moveTo>
                  <a:cubicBezTo>
                    <a:pt x="192" y="0"/>
                    <a:pt x="106" y="58"/>
                    <a:pt x="87" y="154"/>
                  </a:cubicBezTo>
                  <a:lnTo>
                    <a:pt x="1" y="613"/>
                  </a:lnTo>
                  <a:lnTo>
                    <a:pt x="355" y="881"/>
                  </a:lnTo>
                  <a:lnTo>
                    <a:pt x="499" y="154"/>
                  </a:lnTo>
                  <a:cubicBezTo>
                    <a:pt x="518" y="58"/>
                    <a:pt x="594" y="0"/>
                    <a:pt x="690" y="0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9520;p58">
              <a:extLst>
                <a:ext uri="{FF2B5EF4-FFF2-40B4-BE49-F238E27FC236}">
                  <a16:creationId xmlns:a16="http://schemas.microsoft.com/office/drawing/2014/main" id="{46C40FBB-05FC-ADFA-7D65-A6325FD86FA5}"/>
                </a:ext>
              </a:extLst>
            </p:cNvPr>
            <p:cNvSpPr/>
            <p:nvPr/>
          </p:nvSpPr>
          <p:spPr>
            <a:xfrm>
              <a:off x="4217321" y="4590105"/>
              <a:ext cx="28151" cy="32484"/>
            </a:xfrm>
            <a:custGeom>
              <a:avLst/>
              <a:gdLst/>
              <a:ahLst/>
              <a:cxnLst/>
              <a:rect l="l" t="t" r="r" b="b"/>
              <a:pathLst>
                <a:path w="1072" h="1237" extrusionOk="0">
                  <a:moveTo>
                    <a:pt x="536" y="1"/>
                  </a:moveTo>
                  <a:lnTo>
                    <a:pt x="105" y="144"/>
                  </a:lnTo>
                  <a:lnTo>
                    <a:pt x="10" y="747"/>
                  </a:lnTo>
                  <a:cubicBezTo>
                    <a:pt x="0" y="843"/>
                    <a:pt x="48" y="929"/>
                    <a:pt x="134" y="958"/>
                  </a:cubicBezTo>
                  <a:lnTo>
                    <a:pt x="852" y="1226"/>
                  </a:lnTo>
                  <a:cubicBezTo>
                    <a:pt x="872" y="1233"/>
                    <a:pt x="893" y="1237"/>
                    <a:pt x="915" y="1237"/>
                  </a:cubicBezTo>
                  <a:cubicBezTo>
                    <a:pt x="975" y="1237"/>
                    <a:pt x="1037" y="1208"/>
                    <a:pt x="1072" y="1159"/>
                  </a:cubicBezTo>
                  <a:lnTo>
                    <a:pt x="536" y="958"/>
                  </a:lnTo>
                  <a:cubicBezTo>
                    <a:pt x="450" y="929"/>
                    <a:pt x="402" y="833"/>
                    <a:pt x="412" y="747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9521;p58">
              <a:extLst>
                <a:ext uri="{FF2B5EF4-FFF2-40B4-BE49-F238E27FC236}">
                  <a16:creationId xmlns:a16="http://schemas.microsoft.com/office/drawing/2014/main" id="{3D3E1DF2-B517-6922-E657-BCF6755ABFE3}"/>
                </a:ext>
              </a:extLst>
            </p:cNvPr>
            <p:cNvSpPr/>
            <p:nvPr/>
          </p:nvSpPr>
          <p:spPr>
            <a:xfrm>
              <a:off x="4179349" y="4482412"/>
              <a:ext cx="44274" cy="114520"/>
            </a:xfrm>
            <a:custGeom>
              <a:avLst/>
              <a:gdLst/>
              <a:ahLst/>
              <a:cxnLst/>
              <a:rect l="l" t="t" r="r" b="b"/>
              <a:pathLst>
                <a:path w="1686" h="4361" extrusionOk="0">
                  <a:moveTo>
                    <a:pt x="1483" y="1"/>
                  </a:moveTo>
                  <a:cubicBezTo>
                    <a:pt x="1441" y="1"/>
                    <a:pt x="1398" y="15"/>
                    <a:pt x="1360" y="44"/>
                  </a:cubicBezTo>
                  <a:lnTo>
                    <a:pt x="776" y="532"/>
                  </a:lnTo>
                  <a:cubicBezTo>
                    <a:pt x="709" y="590"/>
                    <a:pt x="690" y="695"/>
                    <a:pt x="728" y="771"/>
                  </a:cubicBezTo>
                  <a:lnTo>
                    <a:pt x="1092" y="1432"/>
                  </a:lnTo>
                  <a:lnTo>
                    <a:pt x="336" y="1451"/>
                  </a:lnTo>
                  <a:cubicBezTo>
                    <a:pt x="240" y="1451"/>
                    <a:pt x="164" y="1518"/>
                    <a:pt x="144" y="1614"/>
                  </a:cubicBezTo>
                  <a:lnTo>
                    <a:pt x="10" y="2370"/>
                  </a:lnTo>
                  <a:cubicBezTo>
                    <a:pt x="1" y="2456"/>
                    <a:pt x="49" y="2542"/>
                    <a:pt x="135" y="2580"/>
                  </a:cubicBezTo>
                  <a:lnTo>
                    <a:pt x="834" y="2858"/>
                  </a:lnTo>
                  <a:lnTo>
                    <a:pt x="269" y="3355"/>
                  </a:lnTo>
                  <a:cubicBezTo>
                    <a:pt x="202" y="3413"/>
                    <a:pt x="183" y="3508"/>
                    <a:pt x="231" y="3595"/>
                  </a:cubicBezTo>
                  <a:lnTo>
                    <a:pt x="613" y="4265"/>
                  </a:lnTo>
                  <a:cubicBezTo>
                    <a:pt x="643" y="4324"/>
                    <a:pt x="707" y="4360"/>
                    <a:pt x="775" y="4360"/>
                  </a:cubicBezTo>
                  <a:cubicBezTo>
                    <a:pt x="794" y="4360"/>
                    <a:pt x="814" y="4357"/>
                    <a:pt x="834" y="4351"/>
                  </a:cubicBezTo>
                  <a:lnTo>
                    <a:pt x="1034" y="4284"/>
                  </a:lnTo>
                  <a:lnTo>
                    <a:pt x="1025" y="4265"/>
                  </a:lnTo>
                  <a:lnTo>
                    <a:pt x="642" y="3595"/>
                  </a:lnTo>
                  <a:cubicBezTo>
                    <a:pt x="594" y="3518"/>
                    <a:pt x="613" y="3413"/>
                    <a:pt x="680" y="3355"/>
                  </a:cubicBezTo>
                  <a:lnTo>
                    <a:pt x="1245" y="2858"/>
                  </a:lnTo>
                  <a:lnTo>
                    <a:pt x="537" y="2580"/>
                  </a:lnTo>
                  <a:cubicBezTo>
                    <a:pt x="460" y="2551"/>
                    <a:pt x="403" y="2456"/>
                    <a:pt x="422" y="2370"/>
                  </a:cubicBezTo>
                  <a:lnTo>
                    <a:pt x="556" y="1614"/>
                  </a:lnTo>
                  <a:cubicBezTo>
                    <a:pt x="575" y="1527"/>
                    <a:pt x="652" y="1460"/>
                    <a:pt x="738" y="1451"/>
                  </a:cubicBezTo>
                  <a:lnTo>
                    <a:pt x="1494" y="1441"/>
                  </a:lnTo>
                  <a:lnTo>
                    <a:pt x="1140" y="771"/>
                  </a:lnTo>
                  <a:cubicBezTo>
                    <a:pt x="1092" y="695"/>
                    <a:pt x="1111" y="599"/>
                    <a:pt x="1178" y="532"/>
                  </a:cubicBezTo>
                  <a:lnTo>
                    <a:pt x="1685" y="111"/>
                  </a:lnTo>
                  <a:lnTo>
                    <a:pt x="1599" y="44"/>
                  </a:lnTo>
                  <a:cubicBezTo>
                    <a:pt x="1566" y="15"/>
                    <a:pt x="1525" y="1"/>
                    <a:pt x="1483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9522;p58">
              <a:extLst>
                <a:ext uri="{FF2B5EF4-FFF2-40B4-BE49-F238E27FC236}">
                  <a16:creationId xmlns:a16="http://schemas.microsoft.com/office/drawing/2014/main" id="{2C0163E0-6489-11E4-A89E-E44C5CE1B200}"/>
                </a:ext>
              </a:extLst>
            </p:cNvPr>
            <p:cNvSpPr/>
            <p:nvPr/>
          </p:nvSpPr>
          <p:spPr>
            <a:xfrm>
              <a:off x="4208760" y="4511955"/>
              <a:ext cx="82456" cy="70639"/>
            </a:xfrm>
            <a:custGeom>
              <a:avLst/>
              <a:gdLst/>
              <a:ahLst/>
              <a:cxnLst/>
              <a:rect l="l" t="t" r="r" b="b"/>
              <a:pathLst>
                <a:path w="3140" h="2690" extrusionOk="0">
                  <a:moveTo>
                    <a:pt x="1790" y="585"/>
                  </a:moveTo>
                  <a:cubicBezTo>
                    <a:pt x="2185" y="585"/>
                    <a:pt x="2565" y="894"/>
                    <a:pt x="2565" y="1359"/>
                  </a:cubicBezTo>
                  <a:cubicBezTo>
                    <a:pt x="2565" y="1781"/>
                    <a:pt x="2221" y="2125"/>
                    <a:pt x="1800" y="2125"/>
                  </a:cubicBezTo>
                  <a:cubicBezTo>
                    <a:pt x="1111" y="2125"/>
                    <a:pt x="766" y="1302"/>
                    <a:pt x="1254" y="814"/>
                  </a:cubicBezTo>
                  <a:cubicBezTo>
                    <a:pt x="1409" y="656"/>
                    <a:pt x="1601" y="585"/>
                    <a:pt x="1790" y="585"/>
                  </a:cubicBezTo>
                  <a:close/>
                  <a:moveTo>
                    <a:pt x="1800" y="0"/>
                  </a:moveTo>
                  <a:cubicBezTo>
                    <a:pt x="594" y="0"/>
                    <a:pt x="1" y="1446"/>
                    <a:pt x="843" y="2297"/>
                  </a:cubicBezTo>
                  <a:cubicBezTo>
                    <a:pt x="1117" y="2568"/>
                    <a:pt x="1453" y="2690"/>
                    <a:pt x="1782" y="2690"/>
                  </a:cubicBezTo>
                  <a:cubicBezTo>
                    <a:pt x="2475" y="2690"/>
                    <a:pt x="3140" y="2151"/>
                    <a:pt x="3140" y="1340"/>
                  </a:cubicBezTo>
                  <a:cubicBezTo>
                    <a:pt x="3140" y="594"/>
                    <a:pt x="2537" y="0"/>
                    <a:pt x="1800" y="0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>
          <a:extLst>
            <a:ext uri="{FF2B5EF4-FFF2-40B4-BE49-F238E27FC236}">
              <a16:creationId xmlns:a16="http://schemas.microsoft.com/office/drawing/2014/main" id="{6B0361A5-4858-8B7C-24F3-C018B3DE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55DBE597-4D4F-D351-5B14-0CD4628DB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99" y="223977"/>
            <a:ext cx="6172045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 err="1"/>
              <a:t>Areas</a:t>
            </a:r>
            <a:r>
              <a:rPr lang="hu-HU" sz="3200" dirty="0"/>
              <a:t> of </a:t>
            </a:r>
            <a:r>
              <a:rPr lang="hu-HU" sz="3200" dirty="0" err="1"/>
              <a:t>application</a:t>
            </a:r>
            <a:endParaRPr lang="hu-HU" sz="3200" dirty="0"/>
          </a:p>
        </p:txBody>
      </p:sp>
      <p:sp>
        <p:nvSpPr>
          <p:cNvPr id="4" name="Google Shape;1615;p31">
            <a:extLst>
              <a:ext uri="{FF2B5EF4-FFF2-40B4-BE49-F238E27FC236}">
                <a16:creationId xmlns:a16="http://schemas.microsoft.com/office/drawing/2014/main" id="{19A63EA5-4EB1-395A-EF58-7EDB84E50B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77298" y="1378349"/>
            <a:ext cx="4135428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network was made for a larger company with many buildings and offices.</a:t>
            </a:r>
            <a:endParaRPr dirty="0"/>
          </a:p>
        </p:txBody>
      </p:sp>
      <p:grpSp>
        <p:nvGrpSpPr>
          <p:cNvPr id="5" name="Google Shape;2705;p45">
            <a:extLst>
              <a:ext uri="{FF2B5EF4-FFF2-40B4-BE49-F238E27FC236}">
                <a16:creationId xmlns:a16="http://schemas.microsoft.com/office/drawing/2014/main" id="{9B03BCC0-68BF-1FF8-ABC6-A444B6B00DFE}"/>
              </a:ext>
            </a:extLst>
          </p:cNvPr>
          <p:cNvGrpSpPr/>
          <p:nvPr/>
        </p:nvGrpSpPr>
        <p:grpSpPr>
          <a:xfrm>
            <a:off x="532066" y="1376114"/>
            <a:ext cx="2898265" cy="2712158"/>
            <a:chOff x="6727934" y="1261064"/>
            <a:chExt cx="1795259" cy="1679875"/>
          </a:xfrm>
        </p:grpSpPr>
        <p:grpSp>
          <p:nvGrpSpPr>
            <p:cNvPr id="6" name="Google Shape;2706;p45">
              <a:extLst>
                <a:ext uri="{FF2B5EF4-FFF2-40B4-BE49-F238E27FC236}">
                  <a16:creationId xmlns:a16="http://schemas.microsoft.com/office/drawing/2014/main" id="{6739F0B5-BF16-3CB0-D52E-7ABD20446A37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1680" name="Google Shape;2707;p45">
                <a:extLst>
                  <a:ext uri="{FF2B5EF4-FFF2-40B4-BE49-F238E27FC236}">
                    <a16:creationId xmlns:a16="http://schemas.microsoft.com/office/drawing/2014/main" id="{27F9960A-5547-548A-A021-511FB81F37C9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2708;p45">
                <a:extLst>
                  <a:ext uri="{FF2B5EF4-FFF2-40B4-BE49-F238E27FC236}">
                    <a16:creationId xmlns:a16="http://schemas.microsoft.com/office/drawing/2014/main" id="{AA195FA5-9EA8-7F30-922B-828835E0250D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2709;p45">
                <a:extLst>
                  <a:ext uri="{FF2B5EF4-FFF2-40B4-BE49-F238E27FC236}">
                    <a16:creationId xmlns:a16="http://schemas.microsoft.com/office/drawing/2014/main" id="{C356F630-0962-3748-B40B-322C79EA8ED0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2710;p45">
                <a:extLst>
                  <a:ext uri="{FF2B5EF4-FFF2-40B4-BE49-F238E27FC236}">
                    <a16:creationId xmlns:a16="http://schemas.microsoft.com/office/drawing/2014/main" id="{54C9E134-2B95-8045-7E4F-C61FF377B001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2711;p45">
                <a:extLst>
                  <a:ext uri="{FF2B5EF4-FFF2-40B4-BE49-F238E27FC236}">
                    <a16:creationId xmlns:a16="http://schemas.microsoft.com/office/drawing/2014/main" id="{86238193-A6D6-62D8-4C07-F9D97C8E832F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2712;p45">
                <a:extLst>
                  <a:ext uri="{FF2B5EF4-FFF2-40B4-BE49-F238E27FC236}">
                    <a16:creationId xmlns:a16="http://schemas.microsoft.com/office/drawing/2014/main" id="{CD70C0FD-8855-4E20-B2C7-D19B7E824806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2713;p45">
                <a:extLst>
                  <a:ext uri="{FF2B5EF4-FFF2-40B4-BE49-F238E27FC236}">
                    <a16:creationId xmlns:a16="http://schemas.microsoft.com/office/drawing/2014/main" id="{863FC7D6-0637-10A9-234D-44132580F839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2714;p45">
                <a:extLst>
                  <a:ext uri="{FF2B5EF4-FFF2-40B4-BE49-F238E27FC236}">
                    <a16:creationId xmlns:a16="http://schemas.microsoft.com/office/drawing/2014/main" id="{D0775EA4-3914-8408-D868-D46D393FAABA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2715;p45">
              <a:extLst>
                <a:ext uri="{FF2B5EF4-FFF2-40B4-BE49-F238E27FC236}">
                  <a16:creationId xmlns:a16="http://schemas.microsoft.com/office/drawing/2014/main" id="{9C443C3B-33FE-9B9B-83A4-00E01B139D67}"/>
                </a:ext>
              </a:extLst>
            </p:cNvPr>
            <p:cNvSpPr/>
            <p:nvPr/>
          </p:nvSpPr>
          <p:spPr>
            <a:xfrm>
              <a:off x="7379802" y="2174552"/>
              <a:ext cx="423166" cy="165915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16;p45">
              <a:extLst>
                <a:ext uri="{FF2B5EF4-FFF2-40B4-BE49-F238E27FC236}">
                  <a16:creationId xmlns:a16="http://schemas.microsoft.com/office/drawing/2014/main" id="{D373DB68-B2EF-6CE2-039B-80234092AAD8}"/>
                </a:ext>
              </a:extLst>
            </p:cNvPr>
            <p:cNvSpPr/>
            <p:nvPr/>
          </p:nvSpPr>
          <p:spPr>
            <a:xfrm>
              <a:off x="8240247" y="1261064"/>
              <a:ext cx="108447" cy="108388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17;p45">
              <a:extLst>
                <a:ext uri="{FF2B5EF4-FFF2-40B4-BE49-F238E27FC236}">
                  <a16:creationId xmlns:a16="http://schemas.microsoft.com/office/drawing/2014/main" id="{27BF31B6-AC6C-E793-C287-5B3678301087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18;p45">
              <a:extLst>
                <a:ext uri="{FF2B5EF4-FFF2-40B4-BE49-F238E27FC236}">
                  <a16:creationId xmlns:a16="http://schemas.microsoft.com/office/drawing/2014/main" id="{424EC8DE-95CD-0205-1508-69A25E2BD47A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19;p45">
              <a:extLst>
                <a:ext uri="{FF2B5EF4-FFF2-40B4-BE49-F238E27FC236}">
                  <a16:creationId xmlns:a16="http://schemas.microsoft.com/office/drawing/2014/main" id="{8391447A-B94A-7FFC-048D-64560E20BE6F}"/>
                </a:ext>
              </a:extLst>
            </p:cNvPr>
            <p:cNvSpPr/>
            <p:nvPr/>
          </p:nvSpPr>
          <p:spPr>
            <a:xfrm>
              <a:off x="8286210" y="1697806"/>
              <a:ext cx="47143" cy="47674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20;p45">
              <a:extLst>
                <a:ext uri="{FF2B5EF4-FFF2-40B4-BE49-F238E27FC236}">
                  <a16:creationId xmlns:a16="http://schemas.microsoft.com/office/drawing/2014/main" id="{94DD84EE-0CFD-DC52-74BD-20FB04A8952E}"/>
                </a:ext>
              </a:extLst>
            </p:cNvPr>
            <p:cNvSpPr/>
            <p:nvPr/>
          </p:nvSpPr>
          <p:spPr>
            <a:xfrm>
              <a:off x="6843404" y="1371577"/>
              <a:ext cx="517865" cy="515682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721;p45">
              <a:extLst>
                <a:ext uri="{FF2B5EF4-FFF2-40B4-BE49-F238E27FC236}">
                  <a16:creationId xmlns:a16="http://schemas.microsoft.com/office/drawing/2014/main" id="{137A9B9E-E242-A22D-E6CF-22F55DACC3C7}"/>
                </a:ext>
              </a:extLst>
            </p:cNvPr>
            <p:cNvSpPr/>
            <p:nvPr/>
          </p:nvSpPr>
          <p:spPr>
            <a:xfrm>
              <a:off x="7134585" y="1285137"/>
              <a:ext cx="959027" cy="662893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722;p45">
              <a:extLst>
                <a:ext uri="{FF2B5EF4-FFF2-40B4-BE49-F238E27FC236}">
                  <a16:creationId xmlns:a16="http://schemas.microsoft.com/office/drawing/2014/main" id="{B101D12C-3DD1-DD8B-7BC1-DC24557F6504}"/>
                </a:ext>
              </a:extLst>
            </p:cNvPr>
            <p:cNvSpPr/>
            <p:nvPr/>
          </p:nvSpPr>
          <p:spPr>
            <a:xfrm>
              <a:off x="7131340" y="1281833"/>
              <a:ext cx="965576" cy="670032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23;p45">
              <a:extLst>
                <a:ext uri="{FF2B5EF4-FFF2-40B4-BE49-F238E27FC236}">
                  <a16:creationId xmlns:a16="http://schemas.microsoft.com/office/drawing/2014/main" id="{303A7EA5-833F-246A-9F89-5F86542BCF52}"/>
                </a:ext>
              </a:extLst>
            </p:cNvPr>
            <p:cNvSpPr/>
            <p:nvPr/>
          </p:nvSpPr>
          <p:spPr>
            <a:xfrm>
              <a:off x="7204681" y="1349156"/>
              <a:ext cx="818837" cy="535389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24;p45">
              <a:extLst>
                <a:ext uri="{FF2B5EF4-FFF2-40B4-BE49-F238E27FC236}">
                  <a16:creationId xmlns:a16="http://schemas.microsoft.com/office/drawing/2014/main" id="{1F7FF8CA-5A42-C9F1-46CB-AB254AB9A98A}"/>
                </a:ext>
              </a:extLst>
            </p:cNvPr>
            <p:cNvSpPr/>
            <p:nvPr/>
          </p:nvSpPr>
          <p:spPr>
            <a:xfrm>
              <a:off x="7201376" y="1345320"/>
              <a:ext cx="825445" cy="542469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25;p45">
              <a:extLst>
                <a:ext uri="{FF2B5EF4-FFF2-40B4-BE49-F238E27FC236}">
                  <a16:creationId xmlns:a16="http://schemas.microsoft.com/office/drawing/2014/main" id="{C5BB0AF8-D941-C325-638E-6BACB026EB95}"/>
                </a:ext>
              </a:extLst>
            </p:cNvPr>
            <p:cNvSpPr/>
            <p:nvPr/>
          </p:nvSpPr>
          <p:spPr>
            <a:xfrm>
              <a:off x="7201376" y="1512300"/>
              <a:ext cx="6608" cy="180666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726;p45">
              <a:extLst>
                <a:ext uri="{FF2B5EF4-FFF2-40B4-BE49-F238E27FC236}">
                  <a16:creationId xmlns:a16="http://schemas.microsoft.com/office/drawing/2014/main" id="{20C8A3C7-4D07-24C3-64F3-24AAC90095CE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727;p45">
              <a:extLst>
                <a:ext uri="{FF2B5EF4-FFF2-40B4-BE49-F238E27FC236}">
                  <a16:creationId xmlns:a16="http://schemas.microsoft.com/office/drawing/2014/main" id="{7C5677B2-D37D-9157-8B33-F4D23A1F2604}"/>
                </a:ext>
              </a:extLst>
            </p:cNvPr>
            <p:cNvSpPr/>
            <p:nvPr/>
          </p:nvSpPr>
          <p:spPr>
            <a:xfrm>
              <a:off x="6977518" y="1943023"/>
              <a:ext cx="1272625" cy="86026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28;p45">
              <a:extLst>
                <a:ext uri="{FF2B5EF4-FFF2-40B4-BE49-F238E27FC236}">
                  <a16:creationId xmlns:a16="http://schemas.microsoft.com/office/drawing/2014/main" id="{DAB8F264-1622-214D-FD04-5159445CBB9A}"/>
                </a:ext>
              </a:extLst>
            </p:cNvPr>
            <p:cNvSpPr/>
            <p:nvPr/>
          </p:nvSpPr>
          <p:spPr>
            <a:xfrm>
              <a:off x="6974214" y="1939778"/>
              <a:ext cx="1279764" cy="92516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729;p45">
              <a:extLst>
                <a:ext uri="{FF2B5EF4-FFF2-40B4-BE49-F238E27FC236}">
                  <a16:creationId xmlns:a16="http://schemas.microsoft.com/office/drawing/2014/main" id="{78349A4C-DF59-F98B-5417-1D991757352E}"/>
                </a:ext>
              </a:extLst>
            </p:cNvPr>
            <p:cNvSpPr/>
            <p:nvPr/>
          </p:nvSpPr>
          <p:spPr>
            <a:xfrm>
              <a:off x="6986251" y="2005449"/>
              <a:ext cx="1255160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730;p45">
              <a:extLst>
                <a:ext uri="{FF2B5EF4-FFF2-40B4-BE49-F238E27FC236}">
                  <a16:creationId xmlns:a16="http://schemas.microsoft.com/office/drawing/2014/main" id="{284FFAD2-439D-BBB8-B59C-63385099C672}"/>
                </a:ext>
              </a:extLst>
            </p:cNvPr>
            <p:cNvSpPr/>
            <p:nvPr/>
          </p:nvSpPr>
          <p:spPr>
            <a:xfrm>
              <a:off x="7492557" y="1948511"/>
              <a:ext cx="243090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731;p45">
              <a:extLst>
                <a:ext uri="{FF2B5EF4-FFF2-40B4-BE49-F238E27FC236}">
                  <a16:creationId xmlns:a16="http://schemas.microsoft.com/office/drawing/2014/main" id="{10781227-4CDC-CC5C-1C54-56A3FD707EAE}"/>
                </a:ext>
              </a:extLst>
            </p:cNvPr>
            <p:cNvSpPr/>
            <p:nvPr/>
          </p:nvSpPr>
          <p:spPr>
            <a:xfrm>
              <a:off x="7489253" y="1945206"/>
              <a:ext cx="249699" cy="33454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732;p45">
              <a:extLst>
                <a:ext uri="{FF2B5EF4-FFF2-40B4-BE49-F238E27FC236}">
                  <a16:creationId xmlns:a16="http://schemas.microsoft.com/office/drawing/2014/main" id="{AC8A42BB-915D-D0A6-F903-A4171974EB3F}"/>
                </a:ext>
              </a:extLst>
            </p:cNvPr>
            <p:cNvSpPr/>
            <p:nvPr/>
          </p:nvSpPr>
          <p:spPr>
            <a:xfrm>
              <a:off x="7368297" y="1450405"/>
              <a:ext cx="438507" cy="375551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33;p45">
              <a:extLst>
                <a:ext uri="{FF2B5EF4-FFF2-40B4-BE49-F238E27FC236}">
                  <a16:creationId xmlns:a16="http://schemas.microsoft.com/office/drawing/2014/main" id="{98CA7F53-A1CE-B147-76C4-1535EBE13D1D}"/>
                </a:ext>
              </a:extLst>
            </p:cNvPr>
            <p:cNvSpPr/>
            <p:nvPr/>
          </p:nvSpPr>
          <p:spPr>
            <a:xfrm>
              <a:off x="7397326" y="1420844"/>
              <a:ext cx="438507" cy="375551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34;p45">
              <a:extLst>
                <a:ext uri="{FF2B5EF4-FFF2-40B4-BE49-F238E27FC236}">
                  <a16:creationId xmlns:a16="http://schemas.microsoft.com/office/drawing/2014/main" id="{EF6B2EE1-5619-4847-5D5E-30E5D3406824}"/>
                </a:ext>
              </a:extLst>
            </p:cNvPr>
            <p:cNvSpPr/>
            <p:nvPr/>
          </p:nvSpPr>
          <p:spPr>
            <a:xfrm>
              <a:off x="7394022" y="1417599"/>
              <a:ext cx="445646" cy="382100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35;p45">
              <a:extLst>
                <a:ext uri="{FF2B5EF4-FFF2-40B4-BE49-F238E27FC236}">
                  <a16:creationId xmlns:a16="http://schemas.microsoft.com/office/drawing/2014/main" id="{F84FFE50-6B7E-EF1D-7A43-4CCFC4AA2301}"/>
                </a:ext>
              </a:extLst>
            </p:cNvPr>
            <p:cNvSpPr/>
            <p:nvPr/>
          </p:nvSpPr>
          <p:spPr>
            <a:xfrm>
              <a:off x="7464649" y="1618446"/>
              <a:ext cx="302742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36;p45">
              <a:extLst>
                <a:ext uri="{FF2B5EF4-FFF2-40B4-BE49-F238E27FC236}">
                  <a16:creationId xmlns:a16="http://schemas.microsoft.com/office/drawing/2014/main" id="{4C7924EB-0891-5581-7564-6AA9B759C317}"/>
                </a:ext>
              </a:extLst>
            </p:cNvPr>
            <p:cNvSpPr/>
            <p:nvPr/>
          </p:nvSpPr>
          <p:spPr>
            <a:xfrm>
              <a:off x="7461345" y="1615201"/>
              <a:ext cx="309881" cy="47084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37;p45">
              <a:extLst>
                <a:ext uri="{FF2B5EF4-FFF2-40B4-BE49-F238E27FC236}">
                  <a16:creationId xmlns:a16="http://schemas.microsoft.com/office/drawing/2014/main" id="{9BE1556E-9D40-4D45-1FA9-4A32A18DB5D5}"/>
                </a:ext>
              </a:extLst>
            </p:cNvPr>
            <p:cNvSpPr/>
            <p:nvPr/>
          </p:nvSpPr>
          <p:spPr>
            <a:xfrm>
              <a:off x="7497514" y="1629421"/>
              <a:ext cx="235420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38;p45">
              <a:extLst>
                <a:ext uri="{FF2B5EF4-FFF2-40B4-BE49-F238E27FC236}">
                  <a16:creationId xmlns:a16="http://schemas.microsoft.com/office/drawing/2014/main" id="{4579D1A1-EF79-3544-0848-FA3C207C5826}"/>
                </a:ext>
              </a:extLst>
            </p:cNvPr>
            <p:cNvSpPr/>
            <p:nvPr/>
          </p:nvSpPr>
          <p:spPr>
            <a:xfrm>
              <a:off x="7517221" y="1681934"/>
              <a:ext cx="198189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39;p45">
              <a:extLst>
                <a:ext uri="{FF2B5EF4-FFF2-40B4-BE49-F238E27FC236}">
                  <a16:creationId xmlns:a16="http://schemas.microsoft.com/office/drawing/2014/main" id="{51D513CC-7E33-0DF3-8A17-874CC34857D9}"/>
                </a:ext>
              </a:extLst>
            </p:cNvPr>
            <p:cNvSpPr/>
            <p:nvPr/>
          </p:nvSpPr>
          <p:spPr>
            <a:xfrm>
              <a:off x="7513917" y="1678689"/>
              <a:ext cx="204739" cy="30150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40;p45">
              <a:extLst>
                <a:ext uri="{FF2B5EF4-FFF2-40B4-BE49-F238E27FC236}">
                  <a16:creationId xmlns:a16="http://schemas.microsoft.com/office/drawing/2014/main" id="{AA683236-9B34-561F-9BD2-25298541F717}"/>
                </a:ext>
              </a:extLst>
            </p:cNvPr>
            <p:cNvSpPr/>
            <p:nvPr/>
          </p:nvSpPr>
          <p:spPr>
            <a:xfrm>
              <a:off x="7557166" y="1687952"/>
              <a:ext cx="10974" cy="11564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41;p45">
              <a:extLst>
                <a:ext uri="{FF2B5EF4-FFF2-40B4-BE49-F238E27FC236}">
                  <a16:creationId xmlns:a16="http://schemas.microsoft.com/office/drawing/2014/main" id="{0EEF6DE6-61E3-31CD-3CEB-11D2F11A80C3}"/>
                </a:ext>
              </a:extLst>
            </p:cNvPr>
            <p:cNvSpPr/>
            <p:nvPr/>
          </p:nvSpPr>
          <p:spPr>
            <a:xfrm>
              <a:off x="7579056" y="1687952"/>
              <a:ext cx="10974" cy="11564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42;p45">
              <a:extLst>
                <a:ext uri="{FF2B5EF4-FFF2-40B4-BE49-F238E27FC236}">
                  <a16:creationId xmlns:a16="http://schemas.microsoft.com/office/drawing/2014/main" id="{B85BA9DE-8016-1BB5-1A7B-DAB13EEE7AA5}"/>
                </a:ext>
              </a:extLst>
            </p:cNvPr>
            <p:cNvSpPr/>
            <p:nvPr/>
          </p:nvSpPr>
          <p:spPr>
            <a:xfrm>
              <a:off x="7599294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43;p45">
              <a:extLst>
                <a:ext uri="{FF2B5EF4-FFF2-40B4-BE49-F238E27FC236}">
                  <a16:creationId xmlns:a16="http://schemas.microsoft.com/office/drawing/2014/main" id="{CC532089-C940-91F4-6BAD-4500E6679A76}"/>
                </a:ext>
              </a:extLst>
            </p:cNvPr>
            <p:cNvSpPr/>
            <p:nvPr/>
          </p:nvSpPr>
          <p:spPr>
            <a:xfrm>
              <a:off x="7621185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44;p45">
              <a:extLst>
                <a:ext uri="{FF2B5EF4-FFF2-40B4-BE49-F238E27FC236}">
                  <a16:creationId xmlns:a16="http://schemas.microsoft.com/office/drawing/2014/main" id="{AED6A311-23E9-4A6F-0D6E-A813C502EC76}"/>
                </a:ext>
              </a:extLst>
            </p:cNvPr>
            <p:cNvSpPr/>
            <p:nvPr/>
          </p:nvSpPr>
          <p:spPr>
            <a:xfrm>
              <a:off x="7642544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45;p45">
              <a:extLst>
                <a:ext uri="{FF2B5EF4-FFF2-40B4-BE49-F238E27FC236}">
                  <a16:creationId xmlns:a16="http://schemas.microsoft.com/office/drawing/2014/main" id="{EE1FA9F1-E98C-E962-FF2E-810A3811F08E}"/>
                </a:ext>
              </a:extLst>
            </p:cNvPr>
            <p:cNvSpPr/>
            <p:nvPr/>
          </p:nvSpPr>
          <p:spPr>
            <a:xfrm>
              <a:off x="7664434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46;p45">
              <a:extLst>
                <a:ext uri="{FF2B5EF4-FFF2-40B4-BE49-F238E27FC236}">
                  <a16:creationId xmlns:a16="http://schemas.microsoft.com/office/drawing/2014/main" id="{1C99AD61-CB9B-6AF0-97A7-1D2B092FF262}"/>
                </a:ext>
              </a:extLst>
            </p:cNvPr>
            <p:cNvSpPr/>
            <p:nvPr/>
          </p:nvSpPr>
          <p:spPr>
            <a:xfrm>
              <a:off x="7552800" y="1465215"/>
              <a:ext cx="126442" cy="126501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47;p45">
              <a:extLst>
                <a:ext uri="{FF2B5EF4-FFF2-40B4-BE49-F238E27FC236}">
                  <a16:creationId xmlns:a16="http://schemas.microsoft.com/office/drawing/2014/main" id="{0DB3B01D-5C6C-1C4A-AAEE-4142188A25C1}"/>
                </a:ext>
              </a:extLst>
            </p:cNvPr>
            <p:cNvSpPr/>
            <p:nvPr/>
          </p:nvSpPr>
          <p:spPr>
            <a:xfrm>
              <a:off x="7549496" y="1461380"/>
              <a:ext cx="133582" cy="134172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48;p45">
              <a:extLst>
                <a:ext uri="{FF2B5EF4-FFF2-40B4-BE49-F238E27FC236}">
                  <a16:creationId xmlns:a16="http://schemas.microsoft.com/office/drawing/2014/main" id="{F5A90C33-6F15-C660-4CBA-41C128ACE025}"/>
                </a:ext>
              </a:extLst>
            </p:cNvPr>
            <p:cNvSpPr/>
            <p:nvPr/>
          </p:nvSpPr>
          <p:spPr>
            <a:xfrm>
              <a:off x="7587789" y="1532007"/>
              <a:ext cx="56465" cy="28498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49;p45">
              <a:extLst>
                <a:ext uri="{FF2B5EF4-FFF2-40B4-BE49-F238E27FC236}">
                  <a16:creationId xmlns:a16="http://schemas.microsoft.com/office/drawing/2014/main" id="{0347158D-709C-3C49-A6FF-99DA808C29B9}"/>
                </a:ext>
              </a:extLst>
            </p:cNvPr>
            <p:cNvSpPr/>
            <p:nvPr/>
          </p:nvSpPr>
          <p:spPr>
            <a:xfrm>
              <a:off x="7584544" y="1528702"/>
              <a:ext cx="63546" cy="35106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50;p45">
              <a:extLst>
                <a:ext uri="{FF2B5EF4-FFF2-40B4-BE49-F238E27FC236}">
                  <a16:creationId xmlns:a16="http://schemas.microsoft.com/office/drawing/2014/main" id="{AB565022-03E6-9B08-EEB1-4B8647CA44C8}"/>
                </a:ext>
              </a:extLst>
            </p:cNvPr>
            <p:cNvSpPr/>
            <p:nvPr/>
          </p:nvSpPr>
          <p:spPr>
            <a:xfrm>
              <a:off x="7600415" y="1496428"/>
              <a:ext cx="31802" cy="31802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51;p45">
              <a:extLst>
                <a:ext uri="{FF2B5EF4-FFF2-40B4-BE49-F238E27FC236}">
                  <a16:creationId xmlns:a16="http://schemas.microsoft.com/office/drawing/2014/main" id="{48E8175A-D7C5-A362-40A1-3ACF94A60D2D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52;p45">
              <a:extLst>
                <a:ext uri="{FF2B5EF4-FFF2-40B4-BE49-F238E27FC236}">
                  <a16:creationId xmlns:a16="http://schemas.microsoft.com/office/drawing/2014/main" id="{4D191BAE-F736-3555-8A29-EB292A2B6C3C}"/>
                </a:ext>
              </a:extLst>
            </p:cNvPr>
            <p:cNvSpPr/>
            <p:nvPr/>
          </p:nvSpPr>
          <p:spPr>
            <a:xfrm>
              <a:off x="7569203" y="1724121"/>
              <a:ext cx="93637" cy="29029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53;p45">
              <a:extLst>
                <a:ext uri="{FF2B5EF4-FFF2-40B4-BE49-F238E27FC236}">
                  <a16:creationId xmlns:a16="http://schemas.microsoft.com/office/drawing/2014/main" id="{FAC0ED58-49A0-7D82-29E4-5895F0297D15}"/>
                </a:ext>
              </a:extLst>
            </p:cNvPr>
            <p:cNvSpPr/>
            <p:nvPr/>
          </p:nvSpPr>
          <p:spPr>
            <a:xfrm>
              <a:off x="7565898" y="1720817"/>
              <a:ext cx="100245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54;p45">
              <a:extLst>
                <a:ext uri="{FF2B5EF4-FFF2-40B4-BE49-F238E27FC236}">
                  <a16:creationId xmlns:a16="http://schemas.microsoft.com/office/drawing/2014/main" id="{C456BB7F-D65E-0134-1BB6-E29B9CE1116D}"/>
                </a:ext>
              </a:extLst>
            </p:cNvPr>
            <p:cNvSpPr/>
            <p:nvPr/>
          </p:nvSpPr>
          <p:spPr>
            <a:xfrm>
              <a:off x="6772246" y="1753682"/>
              <a:ext cx="559993" cy="977022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55;p45">
              <a:extLst>
                <a:ext uri="{FF2B5EF4-FFF2-40B4-BE49-F238E27FC236}">
                  <a16:creationId xmlns:a16="http://schemas.microsoft.com/office/drawing/2014/main" id="{2AFE1ACA-1474-B605-F97C-A1244A9AAF36}"/>
                </a:ext>
              </a:extLst>
            </p:cNvPr>
            <p:cNvSpPr/>
            <p:nvPr/>
          </p:nvSpPr>
          <p:spPr>
            <a:xfrm>
              <a:off x="6731179" y="1693971"/>
              <a:ext cx="559993" cy="995726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56;p45">
              <a:extLst>
                <a:ext uri="{FF2B5EF4-FFF2-40B4-BE49-F238E27FC236}">
                  <a16:creationId xmlns:a16="http://schemas.microsoft.com/office/drawing/2014/main" id="{634C1E24-5587-3B0C-F422-76EF83B3CE56}"/>
                </a:ext>
              </a:extLst>
            </p:cNvPr>
            <p:cNvSpPr/>
            <p:nvPr/>
          </p:nvSpPr>
          <p:spPr>
            <a:xfrm>
              <a:off x="6727934" y="1690725"/>
              <a:ext cx="566542" cy="1002216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57;p45">
              <a:extLst>
                <a:ext uri="{FF2B5EF4-FFF2-40B4-BE49-F238E27FC236}">
                  <a16:creationId xmlns:a16="http://schemas.microsoft.com/office/drawing/2014/main" id="{56332BD4-DA36-B5CF-0991-E14D1E653CB1}"/>
                </a:ext>
              </a:extLst>
            </p:cNvPr>
            <p:cNvSpPr/>
            <p:nvPr/>
          </p:nvSpPr>
          <p:spPr>
            <a:xfrm>
              <a:off x="6732301" y="1693971"/>
              <a:ext cx="558341" cy="80538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58;p45">
              <a:extLst>
                <a:ext uri="{FF2B5EF4-FFF2-40B4-BE49-F238E27FC236}">
                  <a16:creationId xmlns:a16="http://schemas.microsoft.com/office/drawing/2014/main" id="{7E532BF5-38C2-8E14-4638-090C81CCBD0D}"/>
                </a:ext>
              </a:extLst>
            </p:cNvPr>
            <p:cNvSpPr/>
            <p:nvPr/>
          </p:nvSpPr>
          <p:spPr>
            <a:xfrm>
              <a:off x="6728465" y="1690725"/>
              <a:ext cx="565480" cy="87088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59;p45">
              <a:extLst>
                <a:ext uri="{FF2B5EF4-FFF2-40B4-BE49-F238E27FC236}">
                  <a16:creationId xmlns:a16="http://schemas.microsoft.com/office/drawing/2014/main" id="{F3885485-7F89-0C9E-41B6-C5AC8A27F998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60;p45">
              <a:extLst>
                <a:ext uri="{FF2B5EF4-FFF2-40B4-BE49-F238E27FC236}">
                  <a16:creationId xmlns:a16="http://schemas.microsoft.com/office/drawing/2014/main" id="{BB31B186-77C9-C4B0-7AF8-F086E582CEED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61;p45">
              <a:extLst>
                <a:ext uri="{FF2B5EF4-FFF2-40B4-BE49-F238E27FC236}">
                  <a16:creationId xmlns:a16="http://schemas.microsoft.com/office/drawing/2014/main" id="{200DE7FB-B69F-8A5B-3F43-49E7B8A877AE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62;p45">
              <a:extLst>
                <a:ext uri="{FF2B5EF4-FFF2-40B4-BE49-F238E27FC236}">
                  <a16:creationId xmlns:a16="http://schemas.microsoft.com/office/drawing/2014/main" id="{15E03BA0-8B2C-BC02-ADCB-A2512E1E1538}"/>
                </a:ext>
              </a:extLst>
            </p:cNvPr>
            <p:cNvSpPr/>
            <p:nvPr/>
          </p:nvSpPr>
          <p:spPr>
            <a:xfrm>
              <a:off x="6820392" y="1885023"/>
              <a:ext cx="176889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63;p45">
              <a:extLst>
                <a:ext uri="{FF2B5EF4-FFF2-40B4-BE49-F238E27FC236}">
                  <a16:creationId xmlns:a16="http://schemas.microsoft.com/office/drawing/2014/main" id="{263FA249-D845-B7BB-3FFF-5DFC544B01B8}"/>
                </a:ext>
              </a:extLst>
            </p:cNvPr>
            <p:cNvSpPr/>
            <p:nvPr/>
          </p:nvSpPr>
          <p:spPr>
            <a:xfrm>
              <a:off x="7032804" y="1885023"/>
              <a:ext cx="67912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64;p45">
              <a:extLst>
                <a:ext uri="{FF2B5EF4-FFF2-40B4-BE49-F238E27FC236}">
                  <a16:creationId xmlns:a16="http://schemas.microsoft.com/office/drawing/2014/main" id="{D9AF9949-B971-B1BE-DB54-89711BC04D2F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65;p45">
              <a:extLst>
                <a:ext uri="{FF2B5EF4-FFF2-40B4-BE49-F238E27FC236}">
                  <a16:creationId xmlns:a16="http://schemas.microsoft.com/office/drawing/2014/main" id="{D5A4F586-0771-B694-989D-D726F377022E}"/>
                </a:ext>
              </a:extLst>
            </p:cNvPr>
            <p:cNvSpPr/>
            <p:nvPr/>
          </p:nvSpPr>
          <p:spPr>
            <a:xfrm>
              <a:off x="7027848" y="2016364"/>
              <a:ext cx="176889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66;p45">
              <a:extLst>
                <a:ext uri="{FF2B5EF4-FFF2-40B4-BE49-F238E27FC236}">
                  <a16:creationId xmlns:a16="http://schemas.microsoft.com/office/drawing/2014/main" id="{28F9C4CE-85E7-F4A5-5130-7F23930E653A}"/>
                </a:ext>
              </a:extLst>
            </p:cNvPr>
            <p:cNvSpPr/>
            <p:nvPr/>
          </p:nvSpPr>
          <p:spPr>
            <a:xfrm>
              <a:off x="6924415" y="2016364"/>
              <a:ext cx="67912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67;p45">
              <a:extLst>
                <a:ext uri="{FF2B5EF4-FFF2-40B4-BE49-F238E27FC236}">
                  <a16:creationId xmlns:a16="http://schemas.microsoft.com/office/drawing/2014/main" id="{2C9F95A8-BCC4-ACAF-538D-E7DE9FB87D30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68;p45">
              <a:extLst>
                <a:ext uri="{FF2B5EF4-FFF2-40B4-BE49-F238E27FC236}">
                  <a16:creationId xmlns:a16="http://schemas.microsoft.com/office/drawing/2014/main" id="{E22445FD-3B05-36CB-FC86-475793763C85}"/>
                </a:ext>
              </a:extLst>
            </p:cNvPr>
            <p:cNvSpPr/>
            <p:nvPr/>
          </p:nvSpPr>
          <p:spPr>
            <a:xfrm>
              <a:off x="6820392" y="1950163"/>
              <a:ext cx="94227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69;p45">
              <a:extLst>
                <a:ext uri="{FF2B5EF4-FFF2-40B4-BE49-F238E27FC236}">
                  <a16:creationId xmlns:a16="http://schemas.microsoft.com/office/drawing/2014/main" id="{404DB26E-0C25-DB57-AF0B-BA394BDD579A}"/>
                </a:ext>
              </a:extLst>
            </p:cNvPr>
            <p:cNvSpPr/>
            <p:nvPr/>
          </p:nvSpPr>
          <p:spPr>
            <a:xfrm>
              <a:off x="6945184" y="1950163"/>
              <a:ext cx="155531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70;p45">
              <a:extLst>
                <a:ext uri="{FF2B5EF4-FFF2-40B4-BE49-F238E27FC236}">
                  <a16:creationId xmlns:a16="http://schemas.microsoft.com/office/drawing/2014/main" id="{38CD2E54-41A5-147D-C1C6-CDDA5F2C7ED0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771;p45">
              <a:extLst>
                <a:ext uri="{FF2B5EF4-FFF2-40B4-BE49-F238E27FC236}">
                  <a16:creationId xmlns:a16="http://schemas.microsoft.com/office/drawing/2014/main" id="{6413BFBA-E44B-DDD2-2125-9F571BCCCE94}"/>
                </a:ext>
              </a:extLst>
            </p:cNvPr>
            <p:cNvSpPr/>
            <p:nvPr/>
          </p:nvSpPr>
          <p:spPr>
            <a:xfrm>
              <a:off x="6820392" y="2074955"/>
              <a:ext cx="176889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2772;p45">
              <a:extLst>
                <a:ext uri="{FF2B5EF4-FFF2-40B4-BE49-F238E27FC236}">
                  <a16:creationId xmlns:a16="http://schemas.microsoft.com/office/drawing/2014/main" id="{7F190042-FA72-314F-E389-A7E435E1C1A6}"/>
                </a:ext>
              </a:extLst>
            </p:cNvPr>
            <p:cNvSpPr/>
            <p:nvPr/>
          </p:nvSpPr>
          <p:spPr>
            <a:xfrm>
              <a:off x="7032804" y="2074955"/>
              <a:ext cx="67912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2773;p45">
              <a:extLst>
                <a:ext uri="{FF2B5EF4-FFF2-40B4-BE49-F238E27FC236}">
                  <a16:creationId xmlns:a16="http://schemas.microsoft.com/office/drawing/2014/main" id="{A346236B-D7E0-1165-17EC-B79E738FEB84}"/>
                </a:ext>
              </a:extLst>
            </p:cNvPr>
            <p:cNvSpPr/>
            <p:nvPr/>
          </p:nvSpPr>
          <p:spPr>
            <a:xfrm>
              <a:off x="6820392" y="2286245"/>
              <a:ext cx="176889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2774;p45">
              <a:extLst>
                <a:ext uri="{FF2B5EF4-FFF2-40B4-BE49-F238E27FC236}">
                  <a16:creationId xmlns:a16="http://schemas.microsoft.com/office/drawing/2014/main" id="{18915D33-2398-3EC0-3085-02FE5CD5D4CA}"/>
                </a:ext>
              </a:extLst>
            </p:cNvPr>
            <p:cNvSpPr/>
            <p:nvPr/>
          </p:nvSpPr>
          <p:spPr>
            <a:xfrm>
              <a:off x="7032804" y="2286245"/>
              <a:ext cx="67912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2775;p45">
              <a:extLst>
                <a:ext uri="{FF2B5EF4-FFF2-40B4-BE49-F238E27FC236}">
                  <a16:creationId xmlns:a16="http://schemas.microsoft.com/office/drawing/2014/main" id="{A0DC0B81-BD31-9B04-4A6E-610675B498A9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2776;p45">
              <a:extLst>
                <a:ext uri="{FF2B5EF4-FFF2-40B4-BE49-F238E27FC236}">
                  <a16:creationId xmlns:a16="http://schemas.microsoft.com/office/drawing/2014/main" id="{8A6A18B5-E463-0911-06EC-CE941E5A9199}"/>
                </a:ext>
              </a:extLst>
            </p:cNvPr>
            <p:cNvSpPr/>
            <p:nvPr/>
          </p:nvSpPr>
          <p:spPr>
            <a:xfrm>
              <a:off x="7027848" y="2206886"/>
              <a:ext cx="176889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2777;p45">
              <a:extLst>
                <a:ext uri="{FF2B5EF4-FFF2-40B4-BE49-F238E27FC236}">
                  <a16:creationId xmlns:a16="http://schemas.microsoft.com/office/drawing/2014/main" id="{CB37750B-3267-6EA0-B5D2-B487D249E93C}"/>
                </a:ext>
              </a:extLst>
            </p:cNvPr>
            <p:cNvSpPr/>
            <p:nvPr/>
          </p:nvSpPr>
          <p:spPr>
            <a:xfrm>
              <a:off x="6924415" y="2206886"/>
              <a:ext cx="67912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2778;p45">
              <a:extLst>
                <a:ext uri="{FF2B5EF4-FFF2-40B4-BE49-F238E27FC236}">
                  <a16:creationId xmlns:a16="http://schemas.microsoft.com/office/drawing/2014/main" id="{E6FF9021-F87A-21FB-B0D9-0D927D86C87A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2779;p45">
              <a:extLst>
                <a:ext uri="{FF2B5EF4-FFF2-40B4-BE49-F238E27FC236}">
                  <a16:creationId xmlns:a16="http://schemas.microsoft.com/office/drawing/2014/main" id="{94031F4D-2E13-9102-E587-430BD235558C}"/>
                </a:ext>
              </a:extLst>
            </p:cNvPr>
            <p:cNvSpPr/>
            <p:nvPr/>
          </p:nvSpPr>
          <p:spPr>
            <a:xfrm>
              <a:off x="7123669" y="2357403"/>
              <a:ext cx="67381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2780;p45">
              <a:extLst>
                <a:ext uri="{FF2B5EF4-FFF2-40B4-BE49-F238E27FC236}">
                  <a16:creationId xmlns:a16="http://schemas.microsoft.com/office/drawing/2014/main" id="{AC535193-9EE4-5412-FF10-13A812FC893C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2781;p45">
              <a:extLst>
                <a:ext uri="{FF2B5EF4-FFF2-40B4-BE49-F238E27FC236}">
                  <a16:creationId xmlns:a16="http://schemas.microsoft.com/office/drawing/2014/main" id="{8E5A6CEA-F664-4E34-83DE-72EF3ACDA064}"/>
                </a:ext>
              </a:extLst>
            </p:cNvPr>
            <p:cNvSpPr/>
            <p:nvPr/>
          </p:nvSpPr>
          <p:spPr>
            <a:xfrm>
              <a:off x="6820392" y="2140094"/>
              <a:ext cx="94227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2782;p45">
              <a:extLst>
                <a:ext uri="{FF2B5EF4-FFF2-40B4-BE49-F238E27FC236}">
                  <a16:creationId xmlns:a16="http://schemas.microsoft.com/office/drawing/2014/main" id="{D5D0FFFB-4067-D67D-1733-D6CA77F4133B}"/>
                </a:ext>
              </a:extLst>
            </p:cNvPr>
            <p:cNvSpPr/>
            <p:nvPr/>
          </p:nvSpPr>
          <p:spPr>
            <a:xfrm>
              <a:off x="6945184" y="2140094"/>
              <a:ext cx="155531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2783;p45">
              <a:extLst>
                <a:ext uri="{FF2B5EF4-FFF2-40B4-BE49-F238E27FC236}">
                  <a16:creationId xmlns:a16="http://schemas.microsoft.com/office/drawing/2014/main" id="{781EA9A6-26F6-1A8B-EEB3-539C2D801949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2784;p45">
              <a:extLst>
                <a:ext uri="{FF2B5EF4-FFF2-40B4-BE49-F238E27FC236}">
                  <a16:creationId xmlns:a16="http://schemas.microsoft.com/office/drawing/2014/main" id="{556876EC-197A-5AE6-3EF2-658265BECDFD}"/>
                </a:ext>
              </a:extLst>
            </p:cNvPr>
            <p:cNvSpPr/>
            <p:nvPr/>
          </p:nvSpPr>
          <p:spPr>
            <a:xfrm>
              <a:off x="7017994" y="2427440"/>
              <a:ext cx="155531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2785;p45">
              <a:extLst>
                <a:ext uri="{FF2B5EF4-FFF2-40B4-BE49-F238E27FC236}">
                  <a16:creationId xmlns:a16="http://schemas.microsoft.com/office/drawing/2014/main" id="{FF26E62D-68A4-B324-E098-3890C23B21C3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2786;p45">
              <a:extLst>
                <a:ext uri="{FF2B5EF4-FFF2-40B4-BE49-F238E27FC236}">
                  <a16:creationId xmlns:a16="http://schemas.microsoft.com/office/drawing/2014/main" id="{AF53A05C-C66A-ACBF-7D8F-1A8833A6B1CD}"/>
                </a:ext>
              </a:extLst>
            </p:cNvPr>
            <p:cNvSpPr/>
            <p:nvPr/>
          </p:nvSpPr>
          <p:spPr>
            <a:xfrm>
              <a:off x="7433436" y="2415403"/>
              <a:ext cx="731867" cy="521700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2787;p45">
              <a:extLst>
                <a:ext uri="{FF2B5EF4-FFF2-40B4-BE49-F238E27FC236}">
                  <a16:creationId xmlns:a16="http://schemas.microsoft.com/office/drawing/2014/main" id="{3159AED6-3CAD-EBC5-0B97-C4080DF70AC7}"/>
                </a:ext>
              </a:extLst>
            </p:cNvPr>
            <p:cNvSpPr/>
            <p:nvPr/>
          </p:nvSpPr>
          <p:spPr>
            <a:xfrm>
              <a:off x="7430191" y="2412099"/>
              <a:ext cx="738947" cy="52883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2788;p45">
              <a:extLst>
                <a:ext uri="{FF2B5EF4-FFF2-40B4-BE49-F238E27FC236}">
                  <a16:creationId xmlns:a16="http://schemas.microsoft.com/office/drawing/2014/main" id="{4D36EF4D-09AA-B932-11F1-5DD12F7DC636}"/>
                </a:ext>
              </a:extLst>
            </p:cNvPr>
            <p:cNvSpPr/>
            <p:nvPr/>
          </p:nvSpPr>
          <p:spPr>
            <a:xfrm>
              <a:off x="7474502" y="2375989"/>
              <a:ext cx="731867" cy="8820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2789;p45">
              <a:extLst>
                <a:ext uri="{FF2B5EF4-FFF2-40B4-BE49-F238E27FC236}">
                  <a16:creationId xmlns:a16="http://schemas.microsoft.com/office/drawing/2014/main" id="{0F5DDF40-2BD7-469F-D16D-CBD735FA842D}"/>
                </a:ext>
              </a:extLst>
            </p:cNvPr>
            <p:cNvSpPr/>
            <p:nvPr/>
          </p:nvSpPr>
          <p:spPr>
            <a:xfrm>
              <a:off x="7471198" y="2372685"/>
              <a:ext cx="738475" cy="94758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2790;p45">
              <a:extLst>
                <a:ext uri="{FF2B5EF4-FFF2-40B4-BE49-F238E27FC236}">
                  <a16:creationId xmlns:a16="http://schemas.microsoft.com/office/drawing/2014/main" id="{0D40A0E9-BE8D-3533-E868-AD23D0A2542C}"/>
                </a:ext>
              </a:extLst>
            </p:cNvPr>
            <p:cNvSpPr/>
            <p:nvPr/>
          </p:nvSpPr>
          <p:spPr>
            <a:xfrm>
              <a:off x="7553862" y="2401715"/>
              <a:ext cx="33454" cy="33985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2791;p45">
              <a:extLst>
                <a:ext uri="{FF2B5EF4-FFF2-40B4-BE49-F238E27FC236}">
                  <a16:creationId xmlns:a16="http://schemas.microsoft.com/office/drawing/2014/main" id="{EC6977FC-40E5-2DCF-0276-27B0B6F57750}"/>
                </a:ext>
              </a:extLst>
            </p:cNvPr>
            <p:cNvSpPr/>
            <p:nvPr/>
          </p:nvSpPr>
          <p:spPr>
            <a:xfrm>
              <a:off x="7606434" y="2401715"/>
              <a:ext cx="33985" cy="3398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2792;p45">
              <a:extLst>
                <a:ext uri="{FF2B5EF4-FFF2-40B4-BE49-F238E27FC236}">
                  <a16:creationId xmlns:a16="http://schemas.microsoft.com/office/drawing/2014/main" id="{E55AE299-EC75-2D5D-9937-E22DDA5ED891}"/>
                </a:ext>
              </a:extLst>
            </p:cNvPr>
            <p:cNvSpPr/>
            <p:nvPr/>
          </p:nvSpPr>
          <p:spPr>
            <a:xfrm>
              <a:off x="7501349" y="2401715"/>
              <a:ext cx="33985" cy="3398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2793;p45">
              <a:extLst>
                <a:ext uri="{FF2B5EF4-FFF2-40B4-BE49-F238E27FC236}">
                  <a16:creationId xmlns:a16="http://schemas.microsoft.com/office/drawing/2014/main" id="{B0056D9D-839F-0B86-736D-7A8FA15C6BF4}"/>
                </a:ext>
              </a:extLst>
            </p:cNvPr>
            <p:cNvSpPr/>
            <p:nvPr/>
          </p:nvSpPr>
          <p:spPr>
            <a:xfrm>
              <a:off x="7473971" y="2464140"/>
              <a:ext cx="732398" cy="430246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2794;p45">
              <a:extLst>
                <a:ext uri="{FF2B5EF4-FFF2-40B4-BE49-F238E27FC236}">
                  <a16:creationId xmlns:a16="http://schemas.microsoft.com/office/drawing/2014/main" id="{7A32E44F-0B3B-B95A-EF06-8901BC7DAD7A}"/>
                </a:ext>
              </a:extLst>
            </p:cNvPr>
            <p:cNvSpPr/>
            <p:nvPr/>
          </p:nvSpPr>
          <p:spPr>
            <a:xfrm>
              <a:off x="7470667" y="2460305"/>
              <a:ext cx="739006" cy="437386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2795;p45">
              <a:extLst>
                <a:ext uri="{FF2B5EF4-FFF2-40B4-BE49-F238E27FC236}">
                  <a16:creationId xmlns:a16="http://schemas.microsoft.com/office/drawing/2014/main" id="{5674150E-C74A-3234-79CD-9A8A744A4154}"/>
                </a:ext>
              </a:extLst>
            </p:cNvPr>
            <p:cNvSpPr/>
            <p:nvPr/>
          </p:nvSpPr>
          <p:spPr>
            <a:xfrm>
              <a:off x="7778310" y="2564859"/>
              <a:ext cx="336078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2796;p45">
              <a:extLst>
                <a:ext uri="{FF2B5EF4-FFF2-40B4-BE49-F238E27FC236}">
                  <a16:creationId xmlns:a16="http://schemas.microsoft.com/office/drawing/2014/main" id="{E9E4B0DC-04FF-AD59-467F-97EE8F8C47BA}"/>
                </a:ext>
              </a:extLst>
            </p:cNvPr>
            <p:cNvSpPr/>
            <p:nvPr/>
          </p:nvSpPr>
          <p:spPr>
            <a:xfrm>
              <a:off x="7778310" y="2614657"/>
              <a:ext cx="122666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2797;p45">
              <a:extLst>
                <a:ext uri="{FF2B5EF4-FFF2-40B4-BE49-F238E27FC236}">
                  <a16:creationId xmlns:a16="http://schemas.microsoft.com/office/drawing/2014/main" id="{30784EE4-9E4A-691A-BA04-57BF6DF0B7A6}"/>
                </a:ext>
              </a:extLst>
            </p:cNvPr>
            <p:cNvSpPr/>
            <p:nvPr/>
          </p:nvSpPr>
          <p:spPr>
            <a:xfrm>
              <a:off x="7941395" y="2614657"/>
              <a:ext cx="147270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2798;p45">
              <a:extLst>
                <a:ext uri="{FF2B5EF4-FFF2-40B4-BE49-F238E27FC236}">
                  <a16:creationId xmlns:a16="http://schemas.microsoft.com/office/drawing/2014/main" id="{C584652F-36A9-AE7A-70CB-CFEA42B3DC76}"/>
                </a:ext>
              </a:extLst>
            </p:cNvPr>
            <p:cNvSpPr/>
            <p:nvPr/>
          </p:nvSpPr>
          <p:spPr>
            <a:xfrm>
              <a:off x="7778310" y="2766237"/>
              <a:ext cx="217896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2799;p45">
              <a:extLst>
                <a:ext uri="{FF2B5EF4-FFF2-40B4-BE49-F238E27FC236}">
                  <a16:creationId xmlns:a16="http://schemas.microsoft.com/office/drawing/2014/main" id="{5F5D6CEA-B7CA-9282-B1D3-FE1657042EA1}"/>
                </a:ext>
              </a:extLst>
            </p:cNvPr>
            <p:cNvSpPr/>
            <p:nvPr/>
          </p:nvSpPr>
          <p:spPr>
            <a:xfrm>
              <a:off x="7778310" y="2667170"/>
              <a:ext cx="338851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2800;p45">
              <a:extLst>
                <a:ext uri="{FF2B5EF4-FFF2-40B4-BE49-F238E27FC236}">
                  <a16:creationId xmlns:a16="http://schemas.microsoft.com/office/drawing/2014/main" id="{D6916B90-87CD-60A0-952C-9D906175EF01}"/>
                </a:ext>
              </a:extLst>
            </p:cNvPr>
            <p:cNvSpPr/>
            <p:nvPr/>
          </p:nvSpPr>
          <p:spPr>
            <a:xfrm>
              <a:off x="7778310" y="2716969"/>
              <a:ext cx="112223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2801;p45">
              <a:extLst>
                <a:ext uri="{FF2B5EF4-FFF2-40B4-BE49-F238E27FC236}">
                  <a16:creationId xmlns:a16="http://schemas.microsoft.com/office/drawing/2014/main" id="{E3E6CD2E-0919-43E9-591C-18798B776527}"/>
                </a:ext>
              </a:extLst>
            </p:cNvPr>
            <p:cNvSpPr/>
            <p:nvPr/>
          </p:nvSpPr>
          <p:spPr>
            <a:xfrm>
              <a:off x="7915670" y="2716969"/>
              <a:ext cx="198720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2802;p45">
              <a:extLst>
                <a:ext uri="{FF2B5EF4-FFF2-40B4-BE49-F238E27FC236}">
                  <a16:creationId xmlns:a16="http://schemas.microsoft.com/office/drawing/2014/main" id="{EA5765B3-2D97-3EB6-6CEE-0EBE1EB0133B}"/>
                </a:ext>
              </a:extLst>
            </p:cNvPr>
            <p:cNvSpPr/>
            <p:nvPr/>
          </p:nvSpPr>
          <p:spPr>
            <a:xfrm>
              <a:off x="7525953" y="2548397"/>
              <a:ext cx="219017" cy="219017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2803;p45">
              <a:extLst>
                <a:ext uri="{FF2B5EF4-FFF2-40B4-BE49-F238E27FC236}">
                  <a16:creationId xmlns:a16="http://schemas.microsoft.com/office/drawing/2014/main" id="{5A2A4503-3634-D864-8EF8-4E71CBE713FC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2804;p45">
              <a:extLst>
                <a:ext uri="{FF2B5EF4-FFF2-40B4-BE49-F238E27FC236}">
                  <a16:creationId xmlns:a16="http://schemas.microsoft.com/office/drawing/2014/main" id="{716390ED-533A-5032-2B12-29BD9E6B264B}"/>
                </a:ext>
              </a:extLst>
            </p:cNvPr>
            <p:cNvSpPr/>
            <p:nvPr/>
          </p:nvSpPr>
          <p:spPr>
            <a:xfrm>
              <a:off x="7516631" y="2550049"/>
              <a:ext cx="218486" cy="218427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2805;p45">
              <a:extLst>
                <a:ext uri="{FF2B5EF4-FFF2-40B4-BE49-F238E27FC236}">
                  <a16:creationId xmlns:a16="http://schemas.microsoft.com/office/drawing/2014/main" id="{FC7757CB-10C5-C06D-83CB-6CCB71457BA1}"/>
                </a:ext>
              </a:extLst>
            </p:cNvPr>
            <p:cNvSpPr/>
            <p:nvPr/>
          </p:nvSpPr>
          <p:spPr>
            <a:xfrm>
              <a:off x="7513386" y="2546213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2806;p45">
              <a:extLst>
                <a:ext uri="{FF2B5EF4-FFF2-40B4-BE49-F238E27FC236}">
                  <a16:creationId xmlns:a16="http://schemas.microsoft.com/office/drawing/2014/main" id="{E38E736D-D426-7A69-6790-450D2B9D22D0}"/>
                </a:ext>
              </a:extLst>
            </p:cNvPr>
            <p:cNvSpPr/>
            <p:nvPr/>
          </p:nvSpPr>
          <p:spPr>
            <a:xfrm>
              <a:off x="7662251" y="2565921"/>
              <a:ext cx="54813" cy="54813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2807;p45">
              <a:extLst>
                <a:ext uri="{FF2B5EF4-FFF2-40B4-BE49-F238E27FC236}">
                  <a16:creationId xmlns:a16="http://schemas.microsoft.com/office/drawing/2014/main" id="{FFC321F1-1DE1-3ADD-5332-7E74B1F4EDDE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2808;p45">
              <a:extLst>
                <a:ext uri="{FF2B5EF4-FFF2-40B4-BE49-F238E27FC236}">
                  <a16:creationId xmlns:a16="http://schemas.microsoft.com/office/drawing/2014/main" id="{68EDA02F-042F-7C1B-FF47-FEFAC615C6E8}"/>
                </a:ext>
              </a:extLst>
            </p:cNvPr>
            <p:cNvSpPr/>
            <p:nvPr/>
          </p:nvSpPr>
          <p:spPr>
            <a:xfrm>
              <a:off x="7985707" y="2216444"/>
              <a:ext cx="377203" cy="33908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2809;p45">
              <a:extLst>
                <a:ext uri="{FF2B5EF4-FFF2-40B4-BE49-F238E27FC236}">
                  <a16:creationId xmlns:a16="http://schemas.microsoft.com/office/drawing/2014/main" id="{20CB5623-559E-D479-D67B-E758B182542A}"/>
                </a:ext>
              </a:extLst>
            </p:cNvPr>
            <p:cNvSpPr/>
            <p:nvPr/>
          </p:nvSpPr>
          <p:spPr>
            <a:xfrm>
              <a:off x="8001047" y="2212904"/>
              <a:ext cx="345991" cy="345991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2810;p45">
              <a:extLst>
                <a:ext uri="{FF2B5EF4-FFF2-40B4-BE49-F238E27FC236}">
                  <a16:creationId xmlns:a16="http://schemas.microsoft.com/office/drawing/2014/main" id="{2C3D23A2-7F7D-2E63-4161-2ABB47C3A452}"/>
                </a:ext>
              </a:extLst>
            </p:cNvPr>
            <p:cNvSpPr/>
            <p:nvPr/>
          </p:nvSpPr>
          <p:spPr>
            <a:xfrm>
              <a:off x="7997212" y="2199923"/>
              <a:ext cx="384873" cy="339382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2811;p45">
              <a:extLst>
                <a:ext uri="{FF2B5EF4-FFF2-40B4-BE49-F238E27FC236}">
                  <a16:creationId xmlns:a16="http://schemas.microsoft.com/office/drawing/2014/main" id="{518C6CA1-6F62-5D86-4D9F-2517D66290E8}"/>
                </a:ext>
              </a:extLst>
            </p:cNvPr>
            <p:cNvSpPr/>
            <p:nvPr/>
          </p:nvSpPr>
          <p:spPr>
            <a:xfrm>
              <a:off x="8016388" y="2196442"/>
              <a:ext cx="345991" cy="345991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2812;p45">
              <a:extLst>
                <a:ext uri="{FF2B5EF4-FFF2-40B4-BE49-F238E27FC236}">
                  <a16:creationId xmlns:a16="http://schemas.microsoft.com/office/drawing/2014/main" id="{17322C41-4B31-E957-C2AA-74D031DB7678}"/>
                </a:ext>
              </a:extLst>
            </p:cNvPr>
            <p:cNvSpPr/>
            <p:nvPr/>
          </p:nvSpPr>
          <p:spPr>
            <a:xfrm>
              <a:off x="8070553" y="2285655"/>
              <a:ext cx="224505" cy="141842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2813;p45">
              <a:extLst>
                <a:ext uri="{FF2B5EF4-FFF2-40B4-BE49-F238E27FC236}">
                  <a16:creationId xmlns:a16="http://schemas.microsoft.com/office/drawing/2014/main" id="{D6D09F99-2C27-52B8-7ABA-F3EA10980B27}"/>
                </a:ext>
              </a:extLst>
            </p:cNvPr>
            <p:cNvSpPr/>
            <p:nvPr/>
          </p:nvSpPr>
          <p:spPr>
            <a:xfrm>
              <a:off x="8066718" y="2282410"/>
              <a:ext cx="231585" cy="148391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8" name="Google Shape;1615;p31">
            <a:extLst>
              <a:ext uri="{FF2B5EF4-FFF2-40B4-BE49-F238E27FC236}">
                <a16:creationId xmlns:a16="http://schemas.microsoft.com/office/drawing/2014/main" id="{686A1379-FAD1-02C3-14E4-99546F00EE54}"/>
              </a:ext>
            </a:extLst>
          </p:cNvPr>
          <p:cNvSpPr txBox="1">
            <a:spLocks/>
          </p:cNvSpPr>
          <p:nvPr/>
        </p:nvSpPr>
        <p:spPr>
          <a:xfrm>
            <a:off x="4177298" y="2680352"/>
            <a:ext cx="4135428" cy="10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dirty="0"/>
              <a:t>The structure was specifically designed to suit the needs of a larger busine</a:t>
            </a:r>
            <a:r>
              <a:rPr lang="hu-HU" dirty="0"/>
              <a:t>s</a:t>
            </a:r>
            <a:r>
              <a:rPr lang="en-US" dirty="0"/>
              <a:t>s</a:t>
            </a:r>
            <a:r>
              <a:rPr lang="hu-HU" dirty="0"/>
              <a:t>.</a:t>
            </a:r>
            <a:r>
              <a:rPr lang="en-US" dirty="0"/>
              <a:t> </a:t>
            </a:r>
            <a:r>
              <a:rPr lang="hu-HU" dirty="0"/>
              <a:t>H</a:t>
            </a:r>
            <a:r>
              <a:rPr lang="en-US" dirty="0" err="1"/>
              <a:t>owever</a:t>
            </a:r>
            <a:r>
              <a:rPr lang="hu-HU" dirty="0"/>
              <a:t>,</a:t>
            </a:r>
            <a:r>
              <a:rPr lang="en-US" dirty="0"/>
              <a:t> the basic configurations can be used elsewhere.</a:t>
            </a:r>
          </a:p>
        </p:txBody>
      </p:sp>
    </p:spTree>
    <p:extLst>
      <p:ext uri="{BB962C8B-B14F-4D97-AF65-F5344CB8AC3E}">
        <p14:creationId xmlns:p14="http://schemas.microsoft.com/office/powerpoint/2010/main" val="90039177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>
          <a:extLst>
            <a:ext uri="{FF2B5EF4-FFF2-40B4-BE49-F238E27FC236}">
              <a16:creationId xmlns:a16="http://schemas.microsoft.com/office/drawing/2014/main" id="{F232B6C5-23C4-8BF0-E58A-E0C6DC97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E2945203-6755-D3B2-AE5C-5E07B6D5F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99" y="223977"/>
            <a:ext cx="6423125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How does the network work?</a:t>
            </a:r>
            <a:endParaRPr sz="3200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48018B8-7D69-F585-753D-08EE92DABAF8}"/>
              </a:ext>
            </a:extLst>
          </p:cNvPr>
          <p:cNvSpPr txBox="1"/>
          <p:nvPr/>
        </p:nvSpPr>
        <p:spPr>
          <a:xfrm>
            <a:off x="672099" y="1299811"/>
            <a:ext cx="43416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ra" panose="020B0604020202020204" charset="0"/>
                <a:ea typeface="Sans Serif Collection" panose="020B0502040504020204" pitchFamily="34" charset="0"/>
                <a:cs typeface="Sora" panose="020B0604020202020204" charset="0"/>
              </a:rPr>
              <a:t>The network consists of three buildings (A, B, C). Each of them has different functions.</a:t>
            </a:r>
            <a:endParaRPr lang="en-US" sz="1600" dirty="0">
              <a:effectLst/>
              <a:latin typeface="Sora" panose="020B0604020202020204" charset="0"/>
              <a:ea typeface="Sans Serif Collection" panose="020B0502040504020204" pitchFamily="34" charset="0"/>
              <a:cs typeface="Sora" panose="020B0604020202020204" charset="0"/>
            </a:endParaRPr>
          </a:p>
          <a:p>
            <a:endParaRPr lang="en-US" sz="1600" dirty="0">
              <a:latin typeface="Sora" panose="020B0604020202020204" charset="0"/>
              <a:cs typeface="Sora" panose="020B0604020202020204" charset="0"/>
            </a:endParaRPr>
          </a:p>
          <a:p>
            <a:r>
              <a:rPr lang="en-US" sz="1600" dirty="0">
                <a:latin typeface="Sora" panose="020B0604020202020204" charset="0"/>
                <a:cs typeface="Sora" panose="020B0604020202020204" charset="0"/>
              </a:rPr>
              <a:t>The backbone of the network is the server room, which controls the flow of data.</a:t>
            </a:r>
          </a:p>
          <a:p>
            <a:endParaRPr lang="en-US" sz="1600" dirty="0">
              <a:latin typeface="Sora" panose="020B0604020202020204" charset="0"/>
              <a:cs typeface="Sora" panose="020B0604020202020204" charset="0"/>
            </a:endParaRPr>
          </a:p>
          <a:p>
            <a:r>
              <a:rPr lang="en-US" sz="1600" dirty="0">
                <a:latin typeface="Sora" panose="020B0604020202020204" charset="0"/>
                <a:cs typeface="Sora" panose="020B0604020202020204" charset="0"/>
              </a:rPr>
              <a:t>Every building is capable of communicating with each other.</a:t>
            </a:r>
            <a:endParaRPr lang="en-US" sz="1100" dirty="0">
              <a:latin typeface="Sora" panose="020B0604020202020204" charset="0"/>
              <a:cs typeface="Sora" panose="020B0604020202020204" charset="0"/>
            </a:endParaRPr>
          </a:p>
        </p:txBody>
      </p:sp>
      <p:grpSp>
        <p:nvGrpSpPr>
          <p:cNvPr id="3" name="Google Shape;1504;p29">
            <a:extLst>
              <a:ext uri="{FF2B5EF4-FFF2-40B4-BE49-F238E27FC236}">
                <a16:creationId xmlns:a16="http://schemas.microsoft.com/office/drawing/2014/main" id="{4EF6B770-424D-DCE9-0740-331FE7318F8A}"/>
              </a:ext>
            </a:extLst>
          </p:cNvPr>
          <p:cNvGrpSpPr/>
          <p:nvPr/>
        </p:nvGrpSpPr>
        <p:grpSpPr>
          <a:xfrm>
            <a:off x="7273482" y="3572603"/>
            <a:ext cx="1155488" cy="930983"/>
            <a:chOff x="7225068" y="3582212"/>
            <a:chExt cx="1155488" cy="930983"/>
          </a:xfrm>
        </p:grpSpPr>
        <p:grpSp>
          <p:nvGrpSpPr>
            <p:cNvPr id="4" name="Google Shape;1505;p29">
              <a:extLst>
                <a:ext uri="{FF2B5EF4-FFF2-40B4-BE49-F238E27FC236}">
                  <a16:creationId xmlns:a16="http://schemas.microsoft.com/office/drawing/2014/main" id="{04635E49-5DBD-D8D8-D73D-0288EABA80D7}"/>
                </a:ext>
              </a:extLst>
            </p:cNvPr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6" name="Google Shape;1506;p29">
                <a:extLst>
                  <a:ext uri="{FF2B5EF4-FFF2-40B4-BE49-F238E27FC236}">
                    <a16:creationId xmlns:a16="http://schemas.microsoft.com/office/drawing/2014/main" id="{3C860B68-68F9-0314-F305-CA163D08BC20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507;p29">
                <a:extLst>
                  <a:ext uri="{FF2B5EF4-FFF2-40B4-BE49-F238E27FC236}">
                    <a16:creationId xmlns:a16="http://schemas.microsoft.com/office/drawing/2014/main" id="{7F3B2477-E0D4-94D9-35A5-0057DA29451B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508;p29">
                <a:extLst>
                  <a:ext uri="{FF2B5EF4-FFF2-40B4-BE49-F238E27FC236}">
                    <a16:creationId xmlns:a16="http://schemas.microsoft.com/office/drawing/2014/main" id="{E124146E-DADB-73C7-0B95-BFD4560B3066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509;p29">
                <a:extLst>
                  <a:ext uri="{FF2B5EF4-FFF2-40B4-BE49-F238E27FC236}">
                    <a16:creationId xmlns:a16="http://schemas.microsoft.com/office/drawing/2014/main" id="{AA6CE797-D23D-685A-0F62-FAD835E315AC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10;p29">
                <a:extLst>
                  <a:ext uri="{FF2B5EF4-FFF2-40B4-BE49-F238E27FC236}">
                    <a16:creationId xmlns:a16="http://schemas.microsoft.com/office/drawing/2014/main" id="{8673E353-B6B8-8B5B-ADD6-0B7B88B03D32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511;p29">
                <a:extLst>
                  <a:ext uri="{FF2B5EF4-FFF2-40B4-BE49-F238E27FC236}">
                    <a16:creationId xmlns:a16="http://schemas.microsoft.com/office/drawing/2014/main" id="{042D437B-F8A5-C7E4-4691-344FBC8ED355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512;p29">
                <a:extLst>
                  <a:ext uri="{FF2B5EF4-FFF2-40B4-BE49-F238E27FC236}">
                    <a16:creationId xmlns:a16="http://schemas.microsoft.com/office/drawing/2014/main" id="{2BBA29B8-2ABB-0150-89DD-24B096F9C05B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513;p29">
                <a:extLst>
                  <a:ext uri="{FF2B5EF4-FFF2-40B4-BE49-F238E27FC236}">
                    <a16:creationId xmlns:a16="http://schemas.microsoft.com/office/drawing/2014/main" id="{4DFF46F6-CE75-CA4B-455C-0BFAEF8316CE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1514;p29">
              <a:extLst>
                <a:ext uri="{FF2B5EF4-FFF2-40B4-BE49-F238E27FC236}">
                  <a16:creationId xmlns:a16="http://schemas.microsoft.com/office/drawing/2014/main" id="{5DF24494-FCAD-2BE3-B6C5-6909EAA44D19}"/>
                </a:ext>
              </a:extLst>
            </p:cNvPr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" name="Google Shape;1515;p29">
            <a:extLst>
              <a:ext uri="{FF2B5EF4-FFF2-40B4-BE49-F238E27FC236}">
                <a16:creationId xmlns:a16="http://schemas.microsoft.com/office/drawing/2014/main" id="{E8A3EC3D-0BEB-354E-C7F2-ECF9620F1B00}"/>
              </a:ext>
            </a:extLst>
          </p:cNvPr>
          <p:cNvGrpSpPr/>
          <p:nvPr/>
        </p:nvGrpSpPr>
        <p:grpSpPr>
          <a:xfrm>
            <a:off x="6959933" y="2357479"/>
            <a:ext cx="1298848" cy="1015848"/>
            <a:chOff x="781983" y="2939892"/>
            <a:chExt cx="1298848" cy="1015848"/>
          </a:xfrm>
        </p:grpSpPr>
        <p:sp>
          <p:nvSpPr>
            <p:cNvPr id="15" name="Google Shape;1516;p29">
              <a:extLst>
                <a:ext uri="{FF2B5EF4-FFF2-40B4-BE49-F238E27FC236}">
                  <a16:creationId xmlns:a16="http://schemas.microsoft.com/office/drawing/2014/main" id="{3141A039-7EFB-8CB2-A3F9-CCAC6B2B26E7}"/>
                </a:ext>
              </a:extLst>
            </p:cNvPr>
            <p:cNvSpPr/>
            <p:nvPr/>
          </p:nvSpPr>
          <p:spPr>
            <a:xfrm>
              <a:off x="786411" y="3238660"/>
              <a:ext cx="998615" cy="71184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17;p29">
              <a:extLst>
                <a:ext uri="{FF2B5EF4-FFF2-40B4-BE49-F238E27FC236}">
                  <a16:creationId xmlns:a16="http://schemas.microsoft.com/office/drawing/2014/main" id="{E3AE517F-74E6-D6B4-74AA-CD5F4711802C}"/>
                </a:ext>
              </a:extLst>
            </p:cNvPr>
            <p:cNvSpPr/>
            <p:nvPr/>
          </p:nvSpPr>
          <p:spPr>
            <a:xfrm>
              <a:off x="781983" y="3234151"/>
              <a:ext cx="1008276" cy="72158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18;p29">
              <a:extLst>
                <a:ext uri="{FF2B5EF4-FFF2-40B4-BE49-F238E27FC236}">
                  <a16:creationId xmlns:a16="http://schemas.microsoft.com/office/drawing/2014/main" id="{9C31105C-0403-17C0-B8DA-0FA7E88E0713}"/>
                </a:ext>
              </a:extLst>
            </p:cNvPr>
            <p:cNvSpPr/>
            <p:nvPr/>
          </p:nvSpPr>
          <p:spPr>
            <a:xfrm>
              <a:off x="842445" y="3184880"/>
              <a:ext cx="998615" cy="12035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19;p29">
              <a:extLst>
                <a:ext uri="{FF2B5EF4-FFF2-40B4-BE49-F238E27FC236}">
                  <a16:creationId xmlns:a16="http://schemas.microsoft.com/office/drawing/2014/main" id="{8F00FD61-CD7E-5859-F7D5-80FE50A10142}"/>
                </a:ext>
              </a:extLst>
            </p:cNvPr>
            <p:cNvSpPr/>
            <p:nvPr/>
          </p:nvSpPr>
          <p:spPr>
            <a:xfrm>
              <a:off x="837937" y="3180371"/>
              <a:ext cx="1007632" cy="129295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20;p29">
              <a:extLst>
                <a:ext uri="{FF2B5EF4-FFF2-40B4-BE49-F238E27FC236}">
                  <a16:creationId xmlns:a16="http://schemas.microsoft.com/office/drawing/2014/main" id="{FB2B5687-5E78-E23B-5767-6433EB772C0E}"/>
                </a:ext>
              </a:extLst>
            </p:cNvPr>
            <p:cNvSpPr/>
            <p:nvPr/>
          </p:nvSpPr>
          <p:spPr>
            <a:xfrm>
              <a:off x="950731" y="3219982"/>
              <a:ext cx="45648" cy="46372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21;p29">
              <a:extLst>
                <a:ext uri="{FF2B5EF4-FFF2-40B4-BE49-F238E27FC236}">
                  <a16:creationId xmlns:a16="http://schemas.microsoft.com/office/drawing/2014/main" id="{4EF7AC93-CE2E-6C86-0024-49AAE0DC199B}"/>
                </a:ext>
              </a:extLst>
            </p:cNvPr>
            <p:cNvSpPr/>
            <p:nvPr/>
          </p:nvSpPr>
          <p:spPr>
            <a:xfrm>
              <a:off x="1022465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22;p29">
              <a:extLst>
                <a:ext uri="{FF2B5EF4-FFF2-40B4-BE49-F238E27FC236}">
                  <a16:creationId xmlns:a16="http://schemas.microsoft.com/office/drawing/2014/main" id="{42BB27F2-4A67-84B8-E8AB-CCD0D84DF4F6}"/>
                </a:ext>
              </a:extLst>
            </p:cNvPr>
            <p:cNvSpPr/>
            <p:nvPr/>
          </p:nvSpPr>
          <p:spPr>
            <a:xfrm>
              <a:off x="879077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23;p29">
              <a:extLst>
                <a:ext uri="{FF2B5EF4-FFF2-40B4-BE49-F238E27FC236}">
                  <a16:creationId xmlns:a16="http://schemas.microsoft.com/office/drawing/2014/main" id="{D22C227B-E6BE-3C60-9981-531FB22EDE4D}"/>
                </a:ext>
              </a:extLst>
            </p:cNvPr>
            <p:cNvSpPr/>
            <p:nvPr/>
          </p:nvSpPr>
          <p:spPr>
            <a:xfrm>
              <a:off x="841721" y="3305160"/>
              <a:ext cx="999340" cy="587061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24;p29">
              <a:extLst>
                <a:ext uri="{FF2B5EF4-FFF2-40B4-BE49-F238E27FC236}">
                  <a16:creationId xmlns:a16="http://schemas.microsoft.com/office/drawing/2014/main" id="{1AA4FAB8-8D3C-28D5-8886-8880694040E2}"/>
                </a:ext>
              </a:extLst>
            </p:cNvPr>
            <p:cNvSpPr/>
            <p:nvPr/>
          </p:nvSpPr>
          <p:spPr>
            <a:xfrm>
              <a:off x="837212" y="3299927"/>
              <a:ext cx="1008356" cy="596802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25;p29">
              <a:extLst>
                <a:ext uri="{FF2B5EF4-FFF2-40B4-BE49-F238E27FC236}">
                  <a16:creationId xmlns:a16="http://schemas.microsoft.com/office/drawing/2014/main" id="{3936C612-8B0B-658F-09ED-09E314CEE830}"/>
                </a:ext>
              </a:extLst>
            </p:cNvPr>
            <p:cNvSpPr/>
            <p:nvPr/>
          </p:nvSpPr>
          <p:spPr>
            <a:xfrm>
              <a:off x="1256989" y="3442589"/>
              <a:ext cx="458571" cy="9017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26;p29">
              <a:extLst>
                <a:ext uri="{FF2B5EF4-FFF2-40B4-BE49-F238E27FC236}">
                  <a16:creationId xmlns:a16="http://schemas.microsoft.com/office/drawing/2014/main" id="{63305880-9C4B-5400-8ED4-182043C9919B}"/>
                </a:ext>
              </a:extLst>
            </p:cNvPr>
            <p:cNvSpPr/>
            <p:nvPr/>
          </p:nvSpPr>
          <p:spPr>
            <a:xfrm>
              <a:off x="1256989" y="3510538"/>
              <a:ext cx="167375" cy="9741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27;p29">
              <a:extLst>
                <a:ext uri="{FF2B5EF4-FFF2-40B4-BE49-F238E27FC236}">
                  <a16:creationId xmlns:a16="http://schemas.microsoft.com/office/drawing/2014/main" id="{DDC01B87-85EB-B0FD-F2C6-FDCA26ECBAE0}"/>
                </a:ext>
              </a:extLst>
            </p:cNvPr>
            <p:cNvSpPr/>
            <p:nvPr/>
          </p:nvSpPr>
          <p:spPr>
            <a:xfrm>
              <a:off x="1479518" y="3510538"/>
              <a:ext cx="200947" cy="9741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28;p29">
              <a:extLst>
                <a:ext uri="{FF2B5EF4-FFF2-40B4-BE49-F238E27FC236}">
                  <a16:creationId xmlns:a16="http://schemas.microsoft.com/office/drawing/2014/main" id="{B1FAAEDD-2404-226F-7ED1-E226AFD63875}"/>
                </a:ext>
              </a:extLst>
            </p:cNvPr>
            <p:cNvSpPr/>
            <p:nvPr/>
          </p:nvSpPr>
          <p:spPr>
            <a:xfrm>
              <a:off x="1256989" y="3717365"/>
              <a:ext cx="297314" cy="909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29;p29">
              <a:extLst>
                <a:ext uri="{FF2B5EF4-FFF2-40B4-BE49-F238E27FC236}">
                  <a16:creationId xmlns:a16="http://schemas.microsoft.com/office/drawing/2014/main" id="{8CAB9185-1BFB-5EA2-7D59-BC62C0D1F0DE}"/>
                </a:ext>
              </a:extLst>
            </p:cNvPr>
            <p:cNvSpPr/>
            <p:nvPr/>
          </p:nvSpPr>
          <p:spPr>
            <a:xfrm>
              <a:off x="1256989" y="3582191"/>
              <a:ext cx="462355" cy="9822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30;p29">
              <a:extLst>
                <a:ext uri="{FF2B5EF4-FFF2-40B4-BE49-F238E27FC236}">
                  <a16:creationId xmlns:a16="http://schemas.microsoft.com/office/drawing/2014/main" id="{0B0BCC9A-A2D1-77BD-7751-044C9F0E742D}"/>
                </a:ext>
              </a:extLst>
            </p:cNvPr>
            <p:cNvSpPr/>
            <p:nvPr/>
          </p:nvSpPr>
          <p:spPr>
            <a:xfrm>
              <a:off x="1256989" y="3650140"/>
              <a:ext cx="153125" cy="9822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31;p29">
              <a:extLst>
                <a:ext uri="{FF2B5EF4-FFF2-40B4-BE49-F238E27FC236}">
                  <a16:creationId xmlns:a16="http://schemas.microsoft.com/office/drawing/2014/main" id="{B1508264-59E3-0E79-1FE6-7D6312537984}"/>
                </a:ext>
              </a:extLst>
            </p:cNvPr>
            <p:cNvSpPr/>
            <p:nvPr/>
          </p:nvSpPr>
          <p:spPr>
            <a:xfrm>
              <a:off x="1444416" y="3650140"/>
              <a:ext cx="271149" cy="9822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32;p29">
              <a:extLst>
                <a:ext uri="{FF2B5EF4-FFF2-40B4-BE49-F238E27FC236}">
                  <a16:creationId xmlns:a16="http://schemas.microsoft.com/office/drawing/2014/main" id="{F2D3D811-E785-C13F-7920-B0170EA26E19}"/>
                </a:ext>
              </a:extLst>
            </p:cNvPr>
            <p:cNvSpPr/>
            <p:nvPr/>
          </p:nvSpPr>
          <p:spPr>
            <a:xfrm>
              <a:off x="912650" y="3420127"/>
              <a:ext cx="298844" cy="298844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33;p29">
              <a:extLst>
                <a:ext uri="{FF2B5EF4-FFF2-40B4-BE49-F238E27FC236}">
                  <a16:creationId xmlns:a16="http://schemas.microsoft.com/office/drawing/2014/main" id="{E54498EC-C885-6479-4F62-D943E243F39F}"/>
                </a:ext>
              </a:extLst>
            </p:cNvPr>
            <p:cNvSpPr/>
            <p:nvPr/>
          </p:nvSpPr>
          <p:spPr>
            <a:xfrm>
              <a:off x="908141" y="3415699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34;p29">
              <a:extLst>
                <a:ext uri="{FF2B5EF4-FFF2-40B4-BE49-F238E27FC236}">
                  <a16:creationId xmlns:a16="http://schemas.microsoft.com/office/drawing/2014/main" id="{E28ABB23-44DE-7CE5-77F4-577521DFC0F9}"/>
                </a:ext>
              </a:extLst>
            </p:cNvPr>
            <p:cNvSpPr/>
            <p:nvPr/>
          </p:nvSpPr>
          <p:spPr>
            <a:xfrm>
              <a:off x="899929" y="3422381"/>
              <a:ext cx="298119" cy="298039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35;p29">
              <a:extLst>
                <a:ext uri="{FF2B5EF4-FFF2-40B4-BE49-F238E27FC236}">
                  <a16:creationId xmlns:a16="http://schemas.microsoft.com/office/drawing/2014/main" id="{D95FC8BE-C5E2-CF76-8886-5475F96285C4}"/>
                </a:ext>
              </a:extLst>
            </p:cNvPr>
            <p:cNvSpPr/>
            <p:nvPr/>
          </p:nvSpPr>
          <p:spPr>
            <a:xfrm>
              <a:off x="895501" y="3417148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36;p29">
              <a:extLst>
                <a:ext uri="{FF2B5EF4-FFF2-40B4-BE49-F238E27FC236}">
                  <a16:creationId xmlns:a16="http://schemas.microsoft.com/office/drawing/2014/main" id="{6CB3FC45-9973-E89A-B627-31711307C955}"/>
                </a:ext>
              </a:extLst>
            </p:cNvPr>
            <p:cNvSpPr/>
            <p:nvPr/>
          </p:nvSpPr>
          <p:spPr>
            <a:xfrm>
              <a:off x="1098627" y="3444038"/>
              <a:ext cx="74791" cy="74791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37;p29">
              <a:extLst>
                <a:ext uri="{FF2B5EF4-FFF2-40B4-BE49-F238E27FC236}">
                  <a16:creationId xmlns:a16="http://schemas.microsoft.com/office/drawing/2014/main" id="{BB4DC3F9-E66F-A3E1-3128-3FA43508FEAF}"/>
                </a:ext>
              </a:extLst>
            </p:cNvPr>
            <p:cNvSpPr/>
            <p:nvPr/>
          </p:nvSpPr>
          <p:spPr>
            <a:xfrm>
              <a:off x="1094118" y="3438805"/>
              <a:ext cx="83728" cy="84452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38;p29">
              <a:extLst>
                <a:ext uri="{FF2B5EF4-FFF2-40B4-BE49-F238E27FC236}">
                  <a16:creationId xmlns:a16="http://schemas.microsoft.com/office/drawing/2014/main" id="{5D8745B4-F3C4-33B7-C630-4D0263BCA655}"/>
                </a:ext>
              </a:extLst>
            </p:cNvPr>
            <p:cNvSpPr/>
            <p:nvPr/>
          </p:nvSpPr>
          <p:spPr>
            <a:xfrm>
              <a:off x="1539981" y="2967184"/>
              <a:ext cx="514684" cy="46267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39;p29">
              <a:extLst>
                <a:ext uri="{FF2B5EF4-FFF2-40B4-BE49-F238E27FC236}">
                  <a16:creationId xmlns:a16="http://schemas.microsoft.com/office/drawing/2014/main" id="{C0643343-A664-B907-EB90-96C41C63F52E}"/>
                </a:ext>
              </a:extLst>
            </p:cNvPr>
            <p:cNvSpPr/>
            <p:nvPr/>
          </p:nvSpPr>
          <p:spPr>
            <a:xfrm>
              <a:off x="1560913" y="2962354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40;p29">
              <a:extLst>
                <a:ext uri="{FF2B5EF4-FFF2-40B4-BE49-F238E27FC236}">
                  <a16:creationId xmlns:a16="http://schemas.microsoft.com/office/drawing/2014/main" id="{98E7440F-1860-CC98-3486-0D329015174B}"/>
                </a:ext>
              </a:extLst>
            </p:cNvPr>
            <p:cNvSpPr/>
            <p:nvPr/>
          </p:nvSpPr>
          <p:spPr>
            <a:xfrm>
              <a:off x="1555680" y="2944642"/>
              <a:ext cx="525150" cy="463079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41;p29">
              <a:extLst>
                <a:ext uri="{FF2B5EF4-FFF2-40B4-BE49-F238E27FC236}">
                  <a16:creationId xmlns:a16="http://schemas.microsoft.com/office/drawing/2014/main" id="{F8B7783B-418E-2BA7-79B6-63934007F547}"/>
                </a:ext>
              </a:extLst>
            </p:cNvPr>
            <p:cNvSpPr/>
            <p:nvPr/>
          </p:nvSpPr>
          <p:spPr>
            <a:xfrm>
              <a:off x="1581846" y="2939892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42;p29">
              <a:extLst>
                <a:ext uri="{FF2B5EF4-FFF2-40B4-BE49-F238E27FC236}">
                  <a16:creationId xmlns:a16="http://schemas.microsoft.com/office/drawing/2014/main" id="{B3E82E77-7276-4627-C9B2-AD89DC3676BD}"/>
                </a:ext>
              </a:extLst>
            </p:cNvPr>
            <p:cNvSpPr/>
            <p:nvPr/>
          </p:nvSpPr>
          <p:spPr>
            <a:xfrm>
              <a:off x="1655753" y="3061621"/>
              <a:ext cx="306331" cy="193540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43;p29">
              <a:extLst>
                <a:ext uri="{FF2B5EF4-FFF2-40B4-BE49-F238E27FC236}">
                  <a16:creationId xmlns:a16="http://schemas.microsoft.com/office/drawing/2014/main" id="{A074C519-C502-928C-0793-A5A5959DE228}"/>
                </a:ext>
              </a:extLst>
            </p:cNvPr>
            <p:cNvSpPr/>
            <p:nvPr/>
          </p:nvSpPr>
          <p:spPr>
            <a:xfrm>
              <a:off x="1650520" y="3057193"/>
              <a:ext cx="315992" cy="202476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1544;p29">
            <a:extLst>
              <a:ext uri="{FF2B5EF4-FFF2-40B4-BE49-F238E27FC236}">
                <a16:creationId xmlns:a16="http://schemas.microsoft.com/office/drawing/2014/main" id="{5951A4EA-E473-0B58-41EF-C9DB3BE569F6}"/>
              </a:ext>
            </a:extLst>
          </p:cNvPr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44" name="Google Shape;1545;p29">
              <a:extLst>
                <a:ext uri="{FF2B5EF4-FFF2-40B4-BE49-F238E27FC236}">
                  <a16:creationId xmlns:a16="http://schemas.microsoft.com/office/drawing/2014/main" id="{E3B0941B-5174-C632-3644-81B4876246CC}"/>
                </a:ext>
              </a:extLst>
            </p:cNvPr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46;p29">
              <a:extLst>
                <a:ext uri="{FF2B5EF4-FFF2-40B4-BE49-F238E27FC236}">
                  <a16:creationId xmlns:a16="http://schemas.microsoft.com/office/drawing/2014/main" id="{FF3D2517-4148-3BEB-B4BC-0DBECA4E4DDC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47;p29">
              <a:extLst>
                <a:ext uri="{FF2B5EF4-FFF2-40B4-BE49-F238E27FC236}">
                  <a16:creationId xmlns:a16="http://schemas.microsoft.com/office/drawing/2014/main" id="{82B7FB7B-C565-F457-A854-8BDCCAEFCFF7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48;p29">
              <a:extLst>
                <a:ext uri="{FF2B5EF4-FFF2-40B4-BE49-F238E27FC236}">
                  <a16:creationId xmlns:a16="http://schemas.microsoft.com/office/drawing/2014/main" id="{C3B72AE3-7C33-2627-FA92-87B07919F63E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49;p29">
              <a:extLst>
                <a:ext uri="{FF2B5EF4-FFF2-40B4-BE49-F238E27FC236}">
                  <a16:creationId xmlns:a16="http://schemas.microsoft.com/office/drawing/2014/main" id="{864BC871-41EE-3676-9482-4708CC2CE372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50;p29">
              <a:extLst>
                <a:ext uri="{FF2B5EF4-FFF2-40B4-BE49-F238E27FC236}">
                  <a16:creationId xmlns:a16="http://schemas.microsoft.com/office/drawing/2014/main" id="{16E135CB-D895-419C-D0F2-FAECBAA3E303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51;p29">
              <a:extLst>
                <a:ext uri="{FF2B5EF4-FFF2-40B4-BE49-F238E27FC236}">
                  <a16:creationId xmlns:a16="http://schemas.microsoft.com/office/drawing/2014/main" id="{D8A265D5-45C7-E316-5A6E-5661EC041DC3}"/>
                </a:ext>
              </a:extLst>
            </p:cNvPr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52;p29">
              <a:extLst>
                <a:ext uri="{FF2B5EF4-FFF2-40B4-BE49-F238E27FC236}">
                  <a16:creationId xmlns:a16="http://schemas.microsoft.com/office/drawing/2014/main" id="{AE7C3799-D109-0EA1-06C0-EC91C9C59B4B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53;p29">
              <a:extLst>
                <a:ext uri="{FF2B5EF4-FFF2-40B4-BE49-F238E27FC236}">
                  <a16:creationId xmlns:a16="http://schemas.microsoft.com/office/drawing/2014/main" id="{6858F0EF-3314-B9C4-251A-5B8B995EE7EF}"/>
                </a:ext>
              </a:extLst>
            </p:cNvPr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54;p29">
              <a:extLst>
                <a:ext uri="{FF2B5EF4-FFF2-40B4-BE49-F238E27FC236}">
                  <a16:creationId xmlns:a16="http://schemas.microsoft.com/office/drawing/2014/main" id="{D8B20665-020B-F81E-6E3A-672F8E00C259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55;p29">
              <a:extLst>
                <a:ext uri="{FF2B5EF4-FFF2-40B4-BE49-F238E27FC236}">
                  <a16:creationId xmlns:a16="http://schemas.microsoft.com/office/drawing/2014/main" id="{7C074E2B-9E86-9F61-6F54-34E2CAA4DA9E}"/>
                </a:ext>
              </a:extLst>
            </p:cNvPr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56;p29">
              <a:extLst>
                <a:ext uri="{FF2B5EF4-FFF2-40B4-BE49-F238E27FC236}">
                  <a16:creationId xmlns:a16="http://schemas.microsoft.com/office/drawing/2014/main" id="{2E049F60-6C2E-D2BF-14ED-4F19281BC338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57;p29">
              <a:extLst>
                <a:ext uri="{FF2B5EF4-FFF2-40B4-BE49-F238E27FC236}">
                  <a16:creationId xmlns:a16="http://schemas.microsoft.com/office/drawing/2014/main" id="{5278C27F-56E5-7630-AD9C-F43F62A8B35E}"/>
                </a:ext>
              </a:extLst>
            </p:cNvPr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58;p29">
              <a:extLst>
                <a:ext uri="{FF2B5EF4-FFF2-40B4-BE49-F238E27FC236}">
                  <a16:creationId xmlns:a16="http://schemas.microsoft.com/office/drawing/2014/main" id="{5D4DB180-BA01-0379-C0F6-0F8B465339FB}"/>
                </a:ext>
              </a:extLst>
            </p:cNvPr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59;p29">
              <a:extLst>
                <a:ext uri="{FF2B5EF4-FFF2-40B4-BE49-F238E27FC236}">
                  <a16:creationId xmlns:a16="http://schemas.microsoft.com/office/drawing/2014/main" id="{C9F3A520-04F9-3B4B-7B57-86917CE51E87}"/>
                </a:ext>
              </a:extLst>
            </p:cNvPr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60;p29">
              <a:extLst>
                <a:ext uri="{FF2B5EF4-FFF2-40B4-BE49-F238E27FC236}">
                  <a16:creationId xmlns:a16="http://schemas.microsoft.com/office/drawing/2014/main" id="{B4ECCA88-7B7F-6A6A-E815-F413F8D95F43}"/>
                </a:ext>
              </a:extLst>
            </p:cNvPr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61;p29">
              <a:extLst>
                <a:ext uri="{FF2B5EF4-FFF2-40B4-BE49-F238E27FC236}">
                  <a16:creationId xmlns:a16="http://schemas.microsoft.com/office/drawing/2014/main" id="{52516247-0918-EDE5-2660-4ED3FD35646B}"/>
                </a:ext>
              </a:extLst>
            </p:cNvPr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62;p29">
              <a:extLst>
                <a:ext uri="{FF2B5EF4-FFF2-40B4-BE49-F238E27FC236}">
                  <a16:creationId xmlns:a16="http://schemas.microsoft.com/office/drawing/2014/main" id="{67F045CB-A233-B236-FDB1-5EBEB1FF8C9C}"/>
                </a:ext>
              </a:extLst>
            </p:cNvPr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63;p29">
              <a:extLst>
                <a:ext uri="{FF2B5EF4-FFF2-40B4-BE49-F238E27FC236}">
                  <a16:creationId xmlns:a16="http://schemas.microsoft.com/office/drawing/2014/main" id="{D5DBE0B6-9569-8CE4-6643-B1E688202AD6}"/>
                </a:ext>
              </a:extLst>
            </p:cNvPr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64;p29">
              <a:extLst>
                <a:ext uri="{FF2B5EF4-FFF2-40B4-BE49-F238E27FC236}">
                  <a16:creationId xmlns:a16="http://schemas.microsoft.com/office/drawing/2014/main" id="{4867FD7D-BB0E-680C-325A-637718232A5E}"/>
                </a:ext>
              </a:extLst>
            </p:cNvPr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565;p29">
              <a:extLst>
                <a:ext uri="{FF2B5EF4-FFF2-40B4-BE49-F238E27FC236}">
                  <a16:creationId xmlns:a16="http://schemas.microsoft.com/office/drawing/2014/main" id="{8BDDC132-5A55-C94E-A660-E116844CA233}"/>
                </a:ext>
              </a:extLst>
            </p:cNvPr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566;p29">
              <a:extLst>
                <a:ext uri="{FF2B5EF4-FFF2-40B4-BE49-F238E27FC236}">
                  <a16:creationId xmlns:a16="http://schemas.microsoft.com/office/drawing/2014/main" id="{82C3BD49-2B27-66FE-5DC1-A5BA3DE9862C}"/>
                </a:ext>
              </a:extLst>
            </p:cNvPr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567;p29">
              <a:extLst>
                <a:ext uri="{FF2B5EF4-FFF2-40B4-BE49-F238E27FC236}">
                  <a16:creationId xmlns:a16="http://schemas.microsoft.com/office/drawing/2014/main" id="{44431DD3-B9FE-ACC8-9CB0-D85D5135BD4C}"/>
                </a:ext>
              </a:extLst>
            </p:cNvPr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568;p29">
              <a:extLst>
                <a:ext uri="{FF2B5EF4-FFF2-40B4-BE49-F238E27FC236}">
                  <a16:creationId xmlns:a16="http://schemas.microsoft.com/office/drawing/2014/main" id="{D3571A9C-7819-91AA-8C50-926D0134F119}"/>
                </a:ext>
              </a:extLst>
            </p:cNvPr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569;p29">
              <a:extLst>
                <a:ext uri="{FF2B5EF4-FFF2-40B4-BE49-F238E27FC236}">
                  <a16:creationId xmlns:a16="http://schemas.microsoft.com/office/drawing/2014/main" id="{19FFEA18-940B-AB63-AF05-05FC25F99EA9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570;p29">
              <a:extLst>
                <a:ext uri="{FF2B5EF4-FFF2-40B4-BE49-F238E27FC236}">
                  <a16:creationId xmlns:a16="http://schemas.microsoft.com/office/drawing/2014/main" id="{B21B39D3-5E06-3C15-F63E-62BD1A9A3D07}"/>
                </a:ext>
              </a:extLst>
            </p:cNvPr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571;p29">
              <a:extLst>
                <a:ext uri="{FF2B5EF4-FFF2-40B4-BE49-F238E27FC236}">
                  <a16:creationId xmlns:a16="http://schemas.microsoft.com/office/drawing/2014/main" id="{E26163EB-D770-07FE-6301-8F70196C1DA0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572;p29">
              <a:extLst>
                <a:ext uri="{FF2B5EF4-FFF2-40B4-BE49-F238E27FC236}">
                  <a16:creationId xmlns:a16="http://schemas.microsoft.com/office/drawing/2014/main" id="{154AF8A9-7AFF-A67A-638B-21E448A914EE}"/>
                </a:ext>
              </a:extLst>
            </p:cNvPr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573;p29">
              <a:extLst>
                <a:ext uri="{FF2B5EF4-FFF2-40B4-BE49-F238E27FC236}">
                  <a16:creationId xmlns:a16="http://schemas.microsoft.com/office/drawing/2014/main" id="{02E7D090-AE82-B18E-E7AB-B8C81BC26886}"/>
                </a:ext>
              </a:extLst>
            </p:cNvPr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574;p29">
              <a:extLst>
                <a:ext uri="{FF2B5EF4-FFF2-40B4-BE49-F238E27FC236}">
                  <a16:creationId xmlns:a16="http://schemas.microsoft.com/office/drawing/2014/main" id="{16AE0DBC-EC5E-9C51-84F2-1F25FC54D69A}"/>
                </a:ext>
              </a:extLst>
            </p:cNvPr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575;p29">
              <a:extLst>
                <a:ext uri="{FF2B5EF4-FFF2-40B4-BE49-F238E27FC236}">
                  <a16:creationId xmlns:a16="http://schemas.microsoft.com/office/drawing/2014/main" id="{CBD6A45A-1E50-E8EF-EC16-F7E4160DBCEE}"/>
                </a:ext>
              </a:extLst>
            </p:cNvPr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576;p29">
              <a:extLst>
                <a:ext uri="{FF2B5EF4-FFF2-40B4-BE49-F238E27FC236}">
                  <a16:creationId xmlns:a16="http://schemas.microsoft.com/office/drawing/2014/main" id="{E70AD1E8-DFD7-FE3D-5012-03A7058AA9C5}"/>
                </a:ext>
              </a:extLst>
            </p:cNvPr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577;p29">
              <a:extLst>
                <a:ext uri="{FF2B5EF4-FFF2-40B4-BE49-F238E27FC236}">
                  <a16:creationId xmlns:a16="http://schemas.microsoft.com/office/drawing/2014/main" id="{99A98C49-EB91-3582-3E38-62288A2D4CD3}"/>
                </a:ext>
              </a:extLst>
            </p:cNvPr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578;p29">
              <a:extLst>
                <a:ext uri="{FF2B5EF4-FFF2-40B4-BE49-F238E27FC236}">
                  <a16:creationId xmlns:a16="http://schemas.microsoft.com/office/drawing/2014/main" id="{71A21F13-1F1A-3B86-6982-9ADA22914DE8}"/>
                </a:ext>
              </a:extLst>
            </p:cNvPr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579;p29">
              <a:extLst>
                <a:ext uri="{FF2B5EF4-FFF2-40B4-BE49-F238E27FC236}">
                  <a16:creationId xmlns:a16="http://schemas.microsoft.com/office/drawing/2014/main" id="{B36D8637-1509-87A1-A0F1-364B32E1E0A7}"/>
                </a:ext>
              </a:extLst>
            </p:cNvPr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580;p29">
              <a:extLst>
                <a:ext uri="{FF2B5EF4-FFF2-40B4-BE49-F238E27FC236}">
                  <a16:creationId xmlns:a16="http://schemas.microsoft.com/office/drawing/2014/main" id="{A0058BCE-B403-8308-39F9-186900E766C2}"/>
                </a:ext>
              </a:extLst>
            </p:cNvPr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581;p29">
              <a:extLst>
                <a:ext uri="{FF2B5EF4-FFF2-40B4-BE49-F238E27FC236}">
                  <a16:creationId xmlns:a16="http://schemas.microsoft.com/office/drawing/2014/main" id="{BEC8FA1F-DB01-3AF8-9B45-8E99EF9C98AE}"/>
                </a:ext>
              </a:extLst>
            </p:cNvPr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582;p29">
              <a:extLst>
                <a:ext uri="{FF2B5EF4-FFF2-40B4-BE49-F238E27FC236}">
                  <a16:creationId xmlns:a16="http://schemas.microsoft.com/office/drawing/2014/main" id="{B9E279C2-5F52-26F6-9B09-9612EEC3D97E}"/>
                </a:ext>
              </a:extLst>
            </p:cNvPr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583;p29">
              <a:extLst>
                <a:ext uri="{FF2B5EF4-FFF2-40B4-BE49-F238E27FC236}">
                  <a16:creationId xmlns:a16="http://schemas.microsoft.com/office/drawing/2014/main" id="{1777F35E-5064-A790-8384-31B7FBD95616}"/>
                </a:ext>
              </a:extLst>
            </p:cNvPr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584;p29">
              <a:extLst>
                <a:ext uri="{FF2B5EF4-FFF2-40B4-BE49-F238E27FC236}">
                  <a16:creationId xmlns:a16="http://schemas.microsoft.com/office/drawing/2014/main" id="{40A10AF8-4299-596E-340B-2ADECF169D22}"/>
                </a:ext>
              </a:extLst>
            </p:cNvPr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585;p29">
              <a:extLst>
                <a:ext uri="{FF2B5EF4-FFF2-40B4-BE49-F238E27FC236}">
                  <a16:creationId xmlns:a16="http://schemas.microsoft.com/office/drawing/2014/main" id="{621060E6-30BF-5B8B-CD36-99792C051493}"/>
                </a:ext>
              </a:extLst>
            </p:cNvPr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586;p29">
              <a:extLst>
                <a:ext uri="{FF2B5EF4-FFF2-40B4-BE49-F238E27FC236}">
                  <a16:creationId xmlns:a16="http://schemas.microsoft.com/office/drawing/2014/main" id="{A1272C01-C011-070E-BBE5-48D72E3ECD52}"/>
                </a:ext>
              </a:extLst>
            </p:cNvPr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081062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37"/>
          <p:cNvSpPr txBox="1">
            <a:spLocks noGrp="1"/>
          </p:cNvSpPr>
          <p:nvPr>
            <p:ph type="title"/>
          </p:nvPr>
        </p:nvSpPr>
        <p:spPr>
          <a:xfrm>
            <a:off x="716550" y="48015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technologies</a:t>
            </a:r>
            <a:r>
              <a:rPr lang="hu-HU" dirty="0"/>
              <a:t> and </a:t>
            </a:r>
            <a:r>
              <a:rPr lang="hu-HU" dirty="0" err="1"/>
              <a:t>protocols</a:t>
            </a:r>
            <a:endParaRPr dirty="0"/>
          </a:p>
        </p:txBody>
      </p:sp>
      <p:sp>
        <p:nvSpPr>
          <p:cNvPr id="1921" name="Google Shape;1921;p37"/>
          <p:cNvSpPr/>
          <p:nvPr/>
        </p:nvSpPr>
        <p:spPr>
          <a:xfrm>
            <a:off x="1541450" y="16827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37"/>
          <p:cNvSpPr/>
          <p:nvPr/>
        </p:nvSpPr>
        <p:spPr>
          <a:xfrm>
            <a:off x="3505350" y="16827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37"/>
          <p:cNvSpPr/>
          <p:nvPr/>
        </p:nvSpPr>
        <p:spPr>
          <a:xfrm>
            <a:off x="5469250" y="16827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4" name="Google Shape;1924;p37"/>
          <p:cNvSpPr/>
          <p:nvPr/>
        </p:nvSpPr>
        <p:spPr>
          <a:xfrm>
            <a:off x="7433150" y="16827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37"/>
          <p:cNvSpPr txBox="1"/>
          <p:nvPr/>
        </p:nvSpPr>
        <p:spPr>
          <a:xfrm flipH="1">
            <a:off x="723450" y="218357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DHCP, DNS, HTTP, FTP, IOT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6" name="Google Shape;1926;p37"/>
          <p:cNvSpPr txBox="1"/>
          <p:nvPr/>
        </p:nvSpPr>
        <p:spPr>
          <a:xfrm flipH="1">
            <a:off x="2687350" y="218357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SSH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7" name="Google Shape;1927;p37"/>
          <p:cNvSpPr txBox="1"/>
          <p:nvPr/>
        </p:nvSpPr>
        <p:spPr>
          <a:xfrm flipH="1">
            <a:off x="4651250" y="218357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VLAN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8" name="Google Shape;1928;p37"/>
          <p:cNvSpPr txBox="1"/>
          <p:nvPr/>
        </p:nvSpPr>
        <p:spPr>
          <a:xfrm flipH="1">
            <a:off x="6615150" y="218357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OSPF, Static routing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29" name="Google Shape;1929;p37"/>
          <p:cNvCxnSpPr>
            <a:stCxn id="1921" idx="3"/>
            <a:endCxn id="1922" idx="1"/>
          </p:cNvCxnSpPr>
          <p:nvPr/>
        </p:nvCxnSpPr>
        <p:spPr>
          <a:xfrm>
            <a:off x="1717850" y="1770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37"/>
          <p:cNvCxnSpPr>
            <a:stCxn id="1922" idx="3"/>
            <a:endCxn id="1923" idx="1"/>
          </p:cNvCxnSpPr>
          <p:nvPr/>
        </p:nvCxnSpPr>
        <p:spPr>
          <a:xfrm>
            <a:off x="3681750" y="1770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1" name="Google Shape;1931;p37"/>
          <p:cNvCxnSpPr>
            <a:stCxn id="1923" idx="3"/>
            <a:endCxn id="1924" idx="1"/>
          </p:cNvCxnSpPr>
          <p:nvPr/>
        </p:nvCxnSpPr>
        <p:spPr>
          <a:xfrm>
            <a:off x="5645650" y="1770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2" name="Google Shape;1932;p37"/>
          <p:cNvCxnSpPr>
            <a:stCxn id="1921" idx="2"/>
            <a:endCxn id="1925" idx="0"/>
          </p:cNvCxnSpPr>
          <p:nvPr/>
        </p:nvCxnSpPr>
        <p:spPr>
          <a:xfrm>
            <a:off x="1629650" y="1859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3" name="Google Shape;1933;p37"/>
          <p:cNvCxnSpPr>
            <a:stCxn id="1922" idx="2"/>
            <a:endCxn id="1926" idx="0"/>
          </p:cNvCxnSpPr>
          <p:nvPr/>
        </p:nvCxnSpPr>
        <p:spPr>
          <a:xfrm>
            <a:off x="3593550" y="1859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4" name="Google Shape;1934;p37"/>
          <p:cNvCxnSpPr>
            <a:stCxn id="1923" idx="2"/>
            <a:endCxn id="1927" idx="0"/>
          </p:cNvCxnSpPr>
          <p:nvPr/>
        </p:nvCxnSpPr>
        <p:spPr>
          <a:xfrm>
            <a:off x="5557450" y="1859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5" name="Google Shape;1935;p37"/>
          <p:cNvCxnSpPr>
            <a:stCxn id="1924" idx="2"/>
            <a:endCxn id="1928" idx="0"/>
          </p:cNvCxnSpPr>
          <p:nvPr/>
        </p:nvCxnSpPr>
        <p:spPr>
          <a:xfrm>
            <a:off x="7521350" y="1859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6" name="Google Shape;1936;p37"/>
          <p:cNvSpPr/>
          <p:nvPr/>
        </p:nvSpPr>
        <p:spPr>
          <a:xfrm>
            <a:off x="1541450" y="35933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7" name="Google Shape;1937;p37"/>
          <p:cNvSpPr/>
          <p:nvPr/>
        </p:nvSpPr>
        <p:spPr>
          <a:xfrm>
            <a:off x="3505350" y="35933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37"/>
          <p:cNvSpPr/>
          <p:nvPr/>
        </p:nvSpPr>
        <p:spPr>
          <a:xfrm>
            <a:off x="5469250" y="35933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37"/>
          <p:cNvSpPr/>
          <p:nvPr/>
        </p:nvSpPr>
        <p:spPr>
          <a:xfrm>
            <a:off x="7433150" y="35933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37"/>
          <p:cNvSpPr txBox="1"/>
          <p:nvPr/>
        </p:nvSpPr>
        <p:spPr>
          <a:xfrm flipH="1">
            <a:off x="723450" y="40942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ACL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1" name="Google Shape;1941;p37"/>
          <p:cNvSpPr txBox="1"/>
          <p:nvPr/>
        </p:nvSpPr>
        <p:spPr>
          <a:xfrm flipH="1">
            <a:off x="2687350" y="40942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Static, Dynamic NAT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2" name="Google Shape;1942;p37"/>
          <p:cNvSpPr txBox="1"/>
          <p:nvPr/>
        </p:nvSpPr>
        <p:spPr>
          <a:xfrm flipH="1">
            <a:off x="4651250" y="40942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VPN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3" name="Google Shape;1943;p37"/>
          <p:cNvSpPr txBox="1"/>
          <p:nvPr/>
        </p:nvSpPr>
        <p:spPr>
          <a:xfrm flipH="1">
            <a:off x="6615150" y="40942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IPv6,IPv4</a:t>
            </a:r>
          </a:p>
        </p:txBody>
      </p:sp>
      <p:cxnSp>
        <p:nvCxnSpPr>
          <p:cNvPr id="1944" name="Google Shape;1944;p37"/>
          <p:cNvCxnSpPr>
            <a:stCxn id="1936" idx="3"/>
            <a:endCxn id="1937" idx="1"/>
          </p:cNvCxnSpPr>
          <p:nvPr/>
        </p:nvCxnSpPr>
        <p:spPr>
          <a:xfrm>
            <a:off x="1717850" y="36815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5" name="Google Shape;1945;p37"/>
          <p:cNvCxnSpPr>
            <a:stCxn id="1937" idx="3"/>
            <a:endCxn id="1938" idx="1"/>
          </p:cNvCxnSpPr>
          <p:nvPr/>
        </p:nvCxnSpPr>
        <p:spPr>
          <a:xfrm>
            <a:off x="3681750" y="36815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6" name="Google Shape;1946;p37"/>
          <p:cNvCxnSpPr>
            <a:stCxn id="1938" idx="3"/>
            <a:endCxn id="1939" idx="1"/>
          </p:cNvCxnSpPr>
          <p:nvPr/>
        </p:nvCxnSpPr>
        <p:spPr>
          <a:xfrm>
            <a:off x="5645650" y="36815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7" name="Google Shape;1947;p37"/>
          <p:cNvCxnSpPr>
            <a:stCxn id="1936" idx="2"/>
            <a:endCxn id="1940" idx="0"/>
          </p:cNvCxnSpPr>
          <p:nvPr/>
        </p:nvCxnSpPr>
        <p:spPr>
          <a:xfrm>
            <a:off x="1629650" y="37697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8" name="Google Shape;1948;p37"/>
          <p:cNvCxnSpPr>
            <a:stCxn id="1937" idx="2"/>
            <a:endCxn id="1941" idx="0"/>
          </p:cNvCxnSpPr>
          <p:nvPr/>
        </p:nvCxnSpPr>
        <p:spPr>
          <a:xfrm>
            <a:off x="3593550" y="37697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9" name="Google Shape;1949;p37"/>
          <p:cNvCxnSpPr>
            <a:stCxn id="1938" idx="2"/>
            <a:endCxn id="1942" idx="0"/>
          </p:cNvCxnSpPr>
          <p:nvPr/>
        </p:nvCxnSpPr>
        <p:spPr>
          <a:xfrm>
            <a:off x="5557450" y="37697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0" name="Google Shape;1950;p37"/>
          <p:cNvCxnSpPr>
            <a:stCxn id="1939" idx="2"/>
            <a:endCxn id="1943" idx="0"/>
          </p:cNvCxnSpPr>
          <p:nvPr/>
        </p:nvCxnSpPr>
        <p:spPr>
          <a:xfrm>
            <a:off x="7521350" y="37697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1" name="Google Shape;1951;p37"/>
          <p:cNvCxnSpPr>
            <a:stCxn id="1928" idx="2"/>
            <a:endCxn id="1936" idx="0"/>
          </p:cNvCxnSpPr>
          <p:nvPr/>
        </p:nvCxnSpPr>
        <p:spPr>
          <a:xfrm rot="5400000">
            <a:off x="4057500" y="129475"/>
            <a:ext cx="1035900" cy="58917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>
          <a:extLst>
            <a:ext uri="{FF2B5EF4-FFF2-40B4-BE49-F238E27FC236}">
              <a16:creationId xmlns:a16="http://schemas.microsoft.com/office/drawing/2014/main" id="{CDEA1284-4B26-D384-ED1D-46FF435D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F26EDDA4-7E75-CB05-E29E-B5F0A9DBD1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99" y="223977"/>
            <a:ext cx="6172045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Hálózati</a:t>
            </a:r>
            <a:r>
              <a:rPr lang="en-US" sz="3200" dirty="0"/>
              <a:t> </a:t>
            </a:r>
            <a:r>
              <a:rPr lang="en-US" sz="3200" dirty="0" err="1"/>
              <a:t>topológia</a:t>
            </a:r>
            <a:endParaRPr sz="3200" dirty="0"/>
          </a:p>
        </p:txBody>
      </p:sp>
      <p:pic>
        <p:nvPicPr>
          <p:cNvPr id="3" name="Kép 2" descr="A képen diagram, Gyermekrajz, rajz látható">
            <a:extLst>
              <a:ext uri="{FF2B5EF4-FFF2-40B4-BE49-F238E27FC236}">
                <a16:creationId xmlns:a16="http://schemas.microsoft.com/office/drawing/2014/main" id="{9A6152ED-A3FC-88EE-7B26-B1DF136F0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6685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E1CFDC7A-CFFC-FCA4-FD64-4108FE8C0BF1}"/>
              </a:ext>
            </a:extLst>
          </p:cNvPr>
          <p:cNvSpPr txBox="1"/>
          <p:nvPr/>
        </p:nvSpPr>
        <p:spPr>
          <a:xfrm>
            <a:off x="6652800" y="223977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800" b="1" dirty="0"/>
              <a:t>Network </a:t>
            </a:r>
            <a:r>
              <a:rPr lang="hu-HU" sz="1800" b="1" dirty="0" err="1"/>
              <a:t>Topology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5974371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/>
          <p:cNvSpPr txBox="1">
            <a:spLocks noGrp="1"/>
          </p:cNvSpPr>
          <p:nvPr>
            <p:ph type="title"/>
          </p:nvPr>
        </p:nvSpPr>
        <p:spPr>
          <a:xfrm>
            <a:off x="2620800" y="469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dirty="0" err="1"/>
              <a:t>Remote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provider</a:t>
            </a:r>
            <a:br>
              <a:rPr lang="en-US" dirty="0"/>
            </a:br>
            <a:endParaRPr dirty="0"/>
          </a:p>
        </p:txBody>
      </p:sp>
      <p:pic>
        <p:nvPicPr>
          <p:cNvPr id="23" name="Kép 22" descr="A képen szöveg, kör, képernyőkép, diagram látható">
            <a:extLst>
              <a:ext uri="{FF2B5EF4-FFF2-40B4-BE49-F238E27FC236}">
                <a16:creationId xmlns:a16="http://schemas.microsoft.com/office/drawing/2014/main" id="{CF583C9B-1571-15F1-4AF8-DF2F5E7AA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05" y="1909350"/>
            <a:ext cx="3304695" cy="1889456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4" name="Google Shape;1693;p32">
            <a:extLst>
              <a:ext uri="{FF2B5EF4-FFF2-40B4-BE49-F238E27FC236}">
                <a16:creationId xmlns:a16="http://schemas.microsoft.com/office/drawing/2014/main" id="{A686FFA7-298A-1514-D92D-58D72EBBEC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9856" y="1848150"/>
            <a:ext cx="3270544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-US" sz="1600" dirty="0"/>
              <a:t>It's located far from the company, therefore it's connected to the local network provider.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sz="16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section provides the WAN connection between the global network and the company.</a:t>
            </a:r>
          </a:p>
          <a:p>
            <a:pPr marL="0" indent="0" algn="just"/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/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>
          <a:extLst>
            <a:ext uri="{FF2B5EF4-FFF2-40B4-BE49-F238E27FC236}">
              <a16:creationId xmlns:a16="http://schemas.microsoft.com/office/drawing/2014/main" id="{7D3AA94E-C039-C645-4159-C4A5D0DE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>
            <a:extLst>
              <a:ext uri="{FF2B5EF4-FFF2-40B4-BE49-F238E27FC236}">
                <a16:creationId xmlns:a16="http://schemas.microsoft.com/office/drawing/2014/main" id="{52C3A652-9DDE-2281-0AD8-C6BCFA88BC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2995" y="382380"/>
            <a:ext cx="498620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dirty="0"/>
              <a:t>Local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provider</a:t>
            </a:r>
            <a:br>
              <a:rPr lang="en-US" dirty="0"/>
            </a:br>
            <a:endParaRPr dirty="0"/>
          </a:p>
        </p:txBody>
      </p:sp>
      <p:sp>
        <p:nvSpPr>
          <p:cNvPr id="24" name="Google Shape;1693;p32">
            <a:extLst>
              <a:ext uri="{FF2B5EF4-FFF2-40B4-BE49-F238E27FC236}">
                <a16:creationId xmlns:a16="http://schemas.microsoft.com/office/drawing/2014/main" id="{5E022F6C-2544-603C-B586-1BB6AA7702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0183" y="1160647"/>
            <a:ext cx="3270544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-US" sz="1600" dirty="0"/>
              <a:t>Provides the connection between the remote internet provider and the company network.</a:t>
            </a:r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/>
          </a:p>
          <a:p>
            <a:pPr marL="285750" indent="-285750" algn="just">
              <a:lnSpc>
                <a:spcPct val="150000"/>
              </a:lnSpc>
              <a:buSzPct val="90000"/>
              <a:buBlip>
                <a:blip r:embed="rId3"/>
              </a:buBlip>
            </a:pPr>
            <a:r>
              <a:rPr lang="en-US" sz="1600" dirty="0"/>
              <a:t>OSPF</a:t>
            </a:r>
          </a:p>
          <a:p>
            <a:pPr marL="285750" indent="-285750" algn="just">
              <a:lnSpc>
                <a:spcPct val="150000"/>
              </a:lnSpc>
              <a:buSzPct val="90000"/>
              <a:buBlip>
                <a:blip r:embed="rId3"/>
              </a:buBlip>
            </a:pPr>
            <a:r>
              <a:rPr lang="en-US" sz="1600" dirty="0"/>
              <a:t>VPN</a:t>
            </a:r>
          </a:p>
          <a:p>
            <a:pPr marL="285750" indent="-285750" algn="just">
              <a:lnSpc>
                <a:spcPct val="150000"/>
              </a:lnSpc>
              <a:buSzPct val="90000"/>
              <a:buBlip>
                <a:blip r:embed="rId3"/>
              </a:buBlip>
            </a:pPr>
            <a:r>
              <a:rPr lang="en-US" sz="1600" dirty="0"/>
              <a:t>SSH</a:t>
            </a:r>
          </a:p>
          <a:p>
            <a:pPr marL="285750" indent="-285750" algn="just">
              <a:lnSpc>
                <a:spcPct val="150000"/>
              </a:lnSpc>
              <a:buSzPct val="90000"/>
              <a:buBlip>
                <a:blip r:embed="rId3"/>
              </a:buBlip>
            </a:pPr>
            <a:r>
              <a:rPr lang="en-US" sz="1600" dirty="0"/>
              <a:t>Firewall</a:t>
            </a:r>
          </a:p>
          <a:p>
            <a:pPr marL="0" indent="0" algn="just">
              <a:lnSpc>
                <a:spcPct val="150000"/>
              </a:lnSpc>
              <a:buSzPct val="90000"/>
            </a:pPr>
            <a:r>
              <a:rPr lang="en-US" sz="1600" dirty="0"/>
              <a:t>      Console connection</a:t>
            </a:r>
          </a:p>
          <a:p>
            <a:pPr marL="285750" indent="-285750" algn="just">
              <a:buBlip>
                <a:blip r:embed="rId3"/>
              </a:buBlip>
            </a:pPr>
            <a:endParaRPr lang="en-US" sz="1600" dirty="0"/>
          </a:p>
          <a:p>
            <a:pPr marL="0" indent="0" algn="just"/>
            <a:endParaRPr lang="en-US" dirty="0"/>
          </a:p>
          <a:p>
            <a:pPr marL="0" indent="0" algn="just"/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Kép 2" descr="A képen diagram, kör, sor, térkép látható">
            <a:extLst>
              <a:ext uri="{FF2B5EF4-FFF2-40B4-BE49-F238E27FC236}">
                <a16:creationId xmlns:a16="http://schemas.microsoft.com/office/drawing/2014/main" id="{080DA30E-6E10-EB5B-5203-29DDE18B7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137" y="2294663"/>
            <a:ext cx="3302763" cy="1893757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4" name="Google Shape;16280;p62">
            <a:extLst>
              <a:ext uri="{FF2B5EF4-FFF2-40B4-BE49-F238E27FC236}">
                <a16:creationId xmlns:a16="http://schemas.microsoft.com/office/drawing/2014/main" id="{B968581E-2DCB-D1D5-B857-5EBCED4AC66A}"/>
              </a:ext>
            </a:extLst>
          </p:cNvPr>
          <p:cNvGrpSpPr/>
          <p:nvPr/>
        </p:nvGrpSpPr>
        <p:grpSpPr>
          <a:xfrm>
            <a:off x="488726" y="3702159"/>
            <a:ext cx="612833" cy="807126"/>
            <a:chOff x="6499111" y="848251"/>
            <a:chExt cx="989696" cy="990739"/>
          </a:xfrm>
        </p:grpSpPr>
        <p:sp>
          <p:nvSpPr>
            <p:cNvPr id="5" name="Google Shape;16281;p62">
              <a:extLst>
                <a:ext uri="{FF2B5EF4-FFF2-40B4-BE49-F238E27FC236}">
                  <a16:creationId xmlns:a16="http://schemas.microsoft.com/office/drawing/2014/main" id="{E5FA8A29-3E4B-019E-BD0B-60D3DBE32498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82;p62">
              <a:extLst>
                <a:ext uri="{FF2B5EF4-FFF2-40B4-BE49-F238E27FC236}">
                  <a16:creationId xmlns:a16="http://schemas.microsoft.com/office/drawing/2014/main" id="{86E4647C-F377-3DE8-3D64-03BD1E212883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283;p62">
              <a:extLst>
                <a:ext uri="{FF2B5EF4-FFF2-40B4-BE49-F238E27FC236}">
                  <a16:creationId xmlns:a16="http://schemas.microsoft.com/office/drawing/2014/main" id="{E8BE7EB4-4ED1-29D5-2B48-C63C7BBD5594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284;p62">
              <a:extLst>
                <a:ext uri="{FF2B5EF4-FFF2-40B4-BE49-F238E27FC236}">
                  <a16:creationId xmlns:a16="http://schemas.microsoft.com/office/drawing/2014/main" id="{66778C0A-5959-1E8C-04D3-044B6A21FBB9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285;p62">
              <a:extLst>
                <a:ext uri="{FF2B5EF4-FFF2-40B4-BE49-F238E27FC236}">
                  <a16:creationId xmlns:a16="http://schemas.microsoft.com/office/drawing/2014/main" id="{8A846119-7E2D-C4A4-FE6E-72EEB62A7AD2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286;p62">
              <a:extLst>
                <a:ext uri="{FF2B5EF4-FFF2-40B4-BE49-F238E27FC236}">
                  <a16:creationId xmlns:a16="http://schemas.microsoft.com/office/drawing/2014/main" id="{0BC050EF-AAB3-A9D1-39CB-4AE78A8C6E55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287;p62">
              <a:extLst>
                <a:ext uri="{FF2B5EF4-FFF2-40B4-BE49-F238E27FC236}">
                  <a16:creationId xmlns:a16="http://schemas.microsoft.com/office/drawing/2014/main" id="{F35FA3DC-5E30-8A87-C23D-346D9D9E9408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288;p62">
              <a:extLst>
                <a:ext uri="{FF2B5EF4-FFF2-40B4-BE49-F238E27FC236}">
                  <a16:creationId xmlns:a16="http://schemas.microsoft.com/office/drawing/2014/main" id="{7AEBC968-CCE0-9374-5EEA-AD3361B77E17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89;p62">
              <a:extLst>
                <a:ext uri="{FF2B5EF4-FFF2-40B4-BE49-F238E27FC236}">
                  <a16:creationId xmlns:a16="http://schemas.microsoft.com/office/drawing/2014/main" id="{087BE17B-FB58-B035-E73C-2758E9750235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290;p62">
              <a:extLst>
                <a:ext uri="{FF2B5EF4-FFF2-40B4-BE49-F238E27FC236}">
                  <a16:creationId xmlns:a16="http://schemas.microsoft.com/office/drawing/2014/main" id="{19E103D4-426E-C389-4EAA-C0D9F37A7538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291;p62">
              <a:extLst>
                <a:ext uri="{FF2B5EF4-FFF2-40B4-BE49-F238E27FC236}">
                  <a16:creationId xmlns:a16="http://schemas.microsoft.com/office/drawing/2014/main" id="{F214E793-2F1C-6BA5-B645-01E6961930AB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292;p62">
              <a:extLst>
                <a:ext uri="{FF2B5EF4-FFF2-40B4-BE49-F238E27FC236}">
                  <a16:creationId xmlns:a16="http://schemas.microsoft.com/office/drawing/2014/main" id="{B70679CA-59FD-8A29-1DD4-E5AA99423AA3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293;p62">
              <a:extLst>
                <a:ext uri="{FF2B5EF4-FFF2-40B4-BE49-F238E27FC236}">
                  <a16:creationId xmlns:a16="http://schemas.microsoft.com/office/drawing/2014/main" id="{320F5008-8376-DB56-F081-08488CAE6242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16280;p62">
            <a:extLst>
              <a:ext uri="{FF2B5EF4-FFF2-40B4-BE49-F238E27FC236}">
                <a16:creationId xmlns:a16="http://schemas.microsoft.com/office/drawing/2014/main" id="{D6C52F7C-79AC-3B4C-EB5A-0184307218AA}"/>
              </a:ext>
            </a:extLst>
          </p:cNvPr>
          <p:cNvGrpSpPr/>
          <p:nvPr/>
        </p:nvGrpSpPr>
        <p:grpSpPr>
          <a:xfrm>
            <a:off x="781631" y="3212996"/>
            <a:ext cx="309557" cy="244512"/>
            <a:chOff x="6988887" y="1538854"/>
            <a:chExt cx="499920" cy="300136"/>
          </a:xfrm>
        </p:grpSpPr>
        <p:sp>
          <p:nvSpPr>
            <p:cNvPr id="31" name="Google Shape;16281;p62">
              <a:extLst>
                <a:ext uri="{FF2B5EF4-FFF2-40B4-BE49-F238E27FC236}">
                  <a16:creationId xmlns:a16="http://schemas.microsoft.com/office/drawing/2014/main" id="{20F43C96-CC6B-5E47-E62F-D27FACFFED8C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282;p62">
              <a:extLst>
                <a:ext uri="{FF2B5EF4-FFF2-40B4-BE49-F238E27FC236}">
                  <a16:creationId xmlns:a16="http://schemas.microsoft.com/office/drawing/2014/main" id="{FA88E939-FC80-8878-E405-45B9476741A7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283;p62">
              <a:extLst>
                <a:ext uri="{FF2B5EF4-FFF2-40B4-BE49-F238E27FC236}">
                  <a16:creationId xmlns:a16="http://schemas.microsoft.com/office/drawing/2014/main" id="{41AF5F18-8EB7-3550-A878-4B7DFBB52B24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284;p62">
              <a:extLst>
                <a:ext uri="{FF2B5EF4-FFF2-40B4-BE49-F238E27FC236}">
                  <a16:creationId xmlns:a16="http://schemas.microsoft.com/office/drawing/2014/main" id="{01412677-D7C8-264C-7F8D-9B3220E8D531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285;p62">
              <a:extLst>
                <a:ext uri="{FF2B5EF4-FFF2-40B4-BE49-F238E27FC236}">
                  <a16:creationId xmlns:a16="http://schemas.microsoft.com/office/drawing/2014/main" id="{D0E4C39F-A135-4CA5-E9B7-48785A642ADB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86;p62">
              <a:extLst>
                <a:ext uri="{FF2B5EF4-FFF2-40B4-BE49-F238E27FC236}">
                  <a16:creationId xmlns:a16="http://schemas.microsoft.com/office/drawing/2014/main" id="{E5D6BA9D-CB81-5BF8-9974-5C17DE28F6E7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87;p62">
              <a:extLst>
                <a:ext uri="{FF2B5EF4-FFF2-40B4-BE49-F238E27FC236}">
                  <a16:creationId xmlns:a16="http://schemas.microsoft.com/office/drawing/2014/main" id="{A420BB12-38FC-8824-23B7-80E39246AF0F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88;p62">
              <a:extLst>
                <a:ext uri="{FF2B5EF4-FFF2-40B4-BE49-F238E27FC236}">
                  <a16:creationId xmlns:a16="http://schemas.microsoft.com/office/drawing/2014/main" id="{2EC37601-D64F-7A70-2610-00EBD4E0E05E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89;p62">
              <a:extLst>
                <a:ext uri="{FF2B5EF4-FFF2-40B4-BE49-F238E27FC236}">
                  <a16:creationId xmlns:a16="http://schemas.microsoft.com/office/drawing/2014/main" id="{D3F0D5CA-02A4-0895-1171-611F193D75DE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290;p62">
              <a:extLst>
                <a:ext uri="{FF2B5EF4-FFF2-40B4-BE49-F238E27FC236}">
                  <a16:creationId xmlns:a16="http://schemas.microsoft.com/office/drawing/2014/main" id="{9688A68F-2347-C663-6FA5-3BA07F8F16AF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91;p62">
              <a:extLst>
                <a:ext uri="{FF2B5EF4-FFF2-40B4-BE49-F238E27FC236}">
                  <a16:creationId xmlns:a16="http://schemas.microsoft.com/office/drawing/2014/main" id="{5541F906-0FF1-D90B-41A0-0FC59364A642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92;p62">
              <a:extLst>
                <a:ext uri="{FF2B5EF4-FFF2-40B4-BE49-F238E27FC236}">
                  <a16:creationId xmlns:a16="http://schemas.microsoft.com/office/drawing/2014/main" id="{E439CC4A-0528-E235-B59F-DD574EAD60BD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93;p62">
              <a:extLst>
                <a:ext uri="{FF2B5EF4-FFF2-40B4-BE49-F238E27FC236}">
                  <a16:creationId xmlns:a16="http://schemas.microsoft.com/office/drawing/2014/main" id="{123923D0-EDC3-4C9C-A616-AB579340E74F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16280;p62">
            <a:extLst>
              <a:ext uri="{FF2B5EF4-FFF2-40B4-BE49-F238E27FC236}">
                <a16:creationId xmlns:a16="http://schemas.microsoft.com/office/drawing/2014/main" id="{5F7B3E63-4D75-CA82-BEFA-4E1B43401C18}"/>
              </a:ext>
            </a:extLst>
          </p:cNvPr>
          <p:cNvGrpSpPr/>
          <p:nvPr/>
        </p:nvGrpSpPr>
        <p:grpSpPr>
          <a:xfrm>
            <a:off x="781631" y="3550303"/>
            <a:ext cx="309557" cy="244512"/>
            <a:chOff x="6988887" y="1538854"/>
            <a:chExt cx="499920" cy="300136"/>
          </a:xfrm>
        </p:grpSpPr>
        <p:sp>
          <p:nvSpPr>
            <p:cNvPr id="45" name="Google Shape;16281;p62">
              <a:extLst>
                <a:ext uri="{FF2B5EF4-FFF2-40B4-BE49-F238E27FC236}">
                  <a16:creationId xmlns:a16="http://schemas.microsoft.com/office/drawing/2014/main" id="{EB63FE73-5EBF-2DFD-1A13-DFD07BE1614C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282;p62">
              <a:extLst>
                <a:ext uri="{FF2B5EF4-FFF2-40B4-BE49-F238E27FC236}">
                  <a16:creationId xmlns:a16="http://schemas.microsoft.com/office/drawing/2014/main" id="{6BA74F3D-90B1-21DB-CBCE-D76F8AF6B43F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283;p62">
              <a:extLst>
                <a:ext uri="{FF2B5EF4-FFF2-40B4-BE49-F238E27FC236}">
                  <a16:creationId xmlns:a16="http://schemas.microsoft.com/office/drawing/2014/main" id="{FD569C4A-C86E-9FF9-E5D1-E2131D4392C1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284;p62">
              <a:extLst>
                <a:ext uri="{FF2B5EF4-FFF2-40B4-BE49-F238E27FC236}">
                  <a16:creationId xmlns:a16="http://schemas.microsoft.com/office/drawing/2014/main" id="{BF01AC30-C6CA-116E-48EF-E6601A34BD98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285;p62">
              <a:extLst>
                <a:ext uri="{FF2B5EF4-FFF2-40B4-BE49-F238E27FC236}">
                  <a16:creationId xmlns:a16="http://schemas.microsoft.com/office/drawing/2014/main" id="{628F76A9-ED44-6A47-A7CF-7CE72F7D10A7}"/>
                </a:ext>
              </a:extLst>
            </p:cNvPr>
            <p:cNvSpPr/>
            <p:nvPr/>
          </p:nvSpPr>
          <p:spPr>
            <a:xfrm>
              <a:off x="7052826" y="1562317"/>
              <a:ext cx="372776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6286;p62">
              <a:extLst>
                <a:ext uri="{FF2B5EF4-FFF2-40B4-BE49-F238E27FC236}">
                  <a16:creationId xmlns:a16="http://schemas.microsoft.com/office/drawing/2014/main" id="{26F41C9B-FE2D-654A-E6CB-DCC5392EC5EA}"/>
                </a:ext>
              </a:extLst>
            </p:cNvPr>
            <p:cNvSpPr/>
            <p:nvPr/>
          </p:nvSpPr>
          <p:spPr>
            <a:xfrm>
              <a:off x="7052828" y="1562319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287;p62">
              <a:extLst>
                <a:ext uri="{FF2B5EF4-FFF2-40B4-BE49-F238E27FC236}">
                  <a16:creationId xmlns:a16="http://schemas.microsoft.com/office/drawing/2014/main" id="{DD018066-143D-1092-0C51-A429722B869C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288;p62">
              <a:extLst>
                <a:ext uri="{FF2B5EF4-FFF2-40B4-BE49-F238E27FC236}">
                  <a16:creationId xmlns:a16="http://schemas.microsoft.com/office/drawing/2014/main" id="{199DB7FD-8923-1BCE-5F66-DA3AACE9B02C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289;p62">
              <a:extLst>
                <a:ext uri="{FF2B5EF4-FFF2-40B4-BE49-F238E27FC236}">
                  <a16:creationId xmlns:a16="http://schemas.microsoft.com/office/drawing/2014/main" id="{0CF55E7B-4A93-3A73-AC8C-8A3599772763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290;p62">
              <a:extLst>
                <a:ext uri="{FF2B5EF4-FFF2-40B4-BE49-F238E27FC236}">
                  <a16:creationId xmlns:a16="http://schemas.microsoft.com/office/drawing/2014/main" id="{A1B68864-CC19-C4EA-B458-BA0A13A834EE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291;p62">
              <a:extLst>
                <a:ext uri="{FF2B5EF4-FFF2-40B4-BE49-F238E27FC236}">
                  <a16:creationId xmlns:a16="http://schemas.microsoft.com/office/drawing/2014/main" id="{927EB822-C731-9E34-A416-6E1997FAC57E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292;p62">
              <a:extLst>
                <a:ext uri="{FF2B5EF4-FFF2-40B4-BE49-F238E27FC236}">
                  <a16:creationId xmlns:a16="http://schemas.microsoft.com/office/drawing/2014/main" id="{6D0EF75D-FF19-73D3-10D8-0B6A4B7A4591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293;p62">
              <a:extLst>
                <a:ext uri="{FF2B5EF4-FFF2-40B4-BE49-F238E27FC236}">
                  <a16:creationId xmlns:a16="http://schemas.microsoft.com/office/drawing/2014/main" id="{C8334C03-D102-9572-B4A9-22A644C6FE50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8" name="Google Shape;16280;p62">
            <a:extLst>
              <a:ext uri="{FF2B5EF4-FFF2-40B4-BE49-F238E27FC236}">
                <a16:creationId xmlns:a16="http://schemas.microsoft.com/office/drawing/2014/main" id="{A35D6B0F-8F77-758C-34A5-023C053972B4}"/>
              </a:ext>
            </a:extLst>
          </p:cNvPr>
          <p:cNvGrpSpPr/>
          <p:nvPr/>
        </p:nvGrpSpPr>
        <p:grpSpPr>
          <a:xfrm>
            <a:off x="791216" y="3906213"/>
            <a:ext cx="309557" cy="244512"/>
            <a:chOff x="6988887" y="1538854"/>
            <a:chExt cx="499920" cy="300136"/>
          </a:xfrm>
        </p:grpSpPr>
        <p:sp>
          <p:nvSpPr>
            <p:cNvPr id="59" name="Google Shape;16281;p62">
              <a:extLst>
                <a:ext uri="{FF2B5EF4-FFF2-40B4-BE49-F238E27FC236}">
                  <a16:creationId xmlns:a16="http://schemas.microsoft.com/office/drawing/2014/main" id="{F3A42D32-F3B6-C6F2-7D6A-AFAD84749862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282;p62">
              <a:extLst>
                <a:ext uri="{FF2B5EF4-FFF2-40B4-BE49-F238E27FC236}">
                  <a16:creationId xmlns:a16="http://schemas.microsoft.com/office/drawing/2014/main" id="{9452E0A1-ED25-43F1-EE9F-0075F2C95723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283;p62">
              <a:extLst>
                <a:ext uri="{FF2B5EF4-FFF2-40B4-BE49-F238E27FC236}">
                  <a16:creationId xmlns:a16="http://schemas.microsoft.com/office/drawing/2014/main" id="{2C236DE0-674C-CD95-D3FC-9E75F9E18603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284;p62">
              <a:extLst>
                <a:ext uri="{FF2B5EF4-FFF2-40B4-BE49-F238E27FC236}">
                  <a16:creationId xmlns:a16="http://schemas.microsoft.com/office/drawing/2014/main" id="{C436CE8E-8AC5-DD2B-A2E1-6B556195EF4E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285;p62">
              <a:extLst>
                <a:ext uri="{FF2B5EF4-FFF2-40B4-BE49-F238E27FC236}">
                  <a16:creationId xmlns:a16="http://schemas.microsoft.com/office/drawing/2014/main" id="{E255A9A3-AA03-4D19-AC83-39B9C52DD715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286;p62">
              <a:extLst>
                <a:ext uri="{FF2B5EF4-FFF2-40B4-BE49-F238E27FC236}">
                  <a16:creationId xmlns:a16="http://schemas.microsoft.com/office/drawing/2014/main" id="{A28D17CA-A802-E35B-CB3F-868B1C3F87BF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287;p62">
              <a:extLst>
                <a:ext uri="{FF2B5EF4-FFF2-40B4-BE49-F238E27FC236}">
                  <a16:creationId xmlns:a16="http://schemas.microsoft.com/office/drawing/2014/main" id="{49B2F641-8944-6F5F-2D19-6A0BB102A9AD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288;p62">
              <a:extLst>
                <a:ext uri="{FF2B5EF4-FFF2-40B4-BE49-F238E27FC236}">
                  <a16:creationId xmlns:a16="http://schemas.microsoft.com/office/drawing/2014/main" id="{2FAE1B91-A594-D164-457F-DFE89A59BB15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289;p62">
              <a:extLst>
                <a:ext uri="{FF2B5EF4-FFF2-40B4-BE49-F238E27FC236}">
                  <a16:creationId xmlns:a16="http://schemas.microsoft.com/office/drawing/2014/main" id="{6C8BF8A4-90E4-286E-B910-023AB7BCB2B5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290;p62">
              <a:extLst>
                <a:ext uri="{FF2B5EF4-FFF2-40B4-BE49-F238E27FC236}">
                  <a16:creationId xmlns:a16="http://schemas.microsoft.com/office/drawing/2014/main" id="{1C57E5C3-75B9-C401-8051-DF6DAA397666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291;p62">
              <a:extLst>
                <a:ext uri="{FF2B5EF4-FFF2-40B4-BE49-F238E27FC236}">
                  <a16:creationId xmlns:a16="http://schemas.microsoft.com/office/drawing/2014/main" id="{5E8507F5-2738-7477-3E5B-F04FD32992D4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292;p62">
              <a:extLst>
                <a:ext uri="{FF2B5EF4-FFF2-40B4-BE49-F238E27FC236}">
                  <a16:creationId xmlns:a16="http://schemas.microsoft.com/office/drawing/2014/main" id="{B02A72FF-5434-3A3F-8321-4702DD26BD7A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293;p62">
              <a:extLst>
                <a:ext uri="{FF2B5EF4-FFF2-40B4-BE49-F238E27FC236}">
                  <a16:creationId xmlns:a16="http://schemas.microsoft.com/office/drawing/2014/main" id="{2715376C-BEE2-2350-7CCA-5C6C32667B1E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280;p62">
            <a:extLst>
              <a:ext uri="{FF2B5EF4-FFF2-40B4-BE49-F238E27FC236}">
                <a16:creationId xmlns:a16="http://schemas.microsoft.com/office/drawing/2014/main" id="{30DBF0E1-CE6C-468D-93CC-CC3BE8BE38A4}"/>
              </a:ext>
            </a:extLst>
          </p:cNvPr>
          <p:cNvGrpSpPr/>
          <p:nvPr/>
        </p:nvGrpSpPr>
        <p:grpSpPr>
          <a:xfrm>
            <a:off x="800183" y="2812634"/>
            <a:ext cx="309557" cy="244512"/>
            <a:chOff x="6988887" y="1538854"/>
            <a:chExt cx="499920" cy="300136"/>
          </a:xfrm>
        </p:grpSpPr>
        <p:sp>
          <p:nvSpPr>
            <p:cNvPr id="1673" name="Google Shape;16281;p62">
              <a:extLst>
                <a:ext uri="{FF2B5EF4-FFF2-40B4-BE49-F238E27FC236}">
                  <a16:creationId xmlns:a16="http://schemas.microsoft.com/office/drawing/2014/main" id="{AA9A4162-C08E-D4AF-2D91-2DC34FBB4DF5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282;p62">
              <a:extLst>
                <a:ext uri="{FF2B5EF4-FFF2-40B4-BE49-F238E27FC236}">
                  <a16:creationId xmlns:a16="http://schemas.microsoft.com/office/drawing/2014/main" id="{61469BFE-52E9-CA0E-63FA-C3C346DD9223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283;p62">
              <a:extLst>
                <a:ext uri="{FF2B5EF4-FFF2-40B4-BE49-F238E27FC236}">
                  <a16:creationId xmlns:a16="http://schemas.microsoft.com/office/drawing/2014/main" id="{86109766-F4E4-9957-41FE-3A579BBE53B9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284;p62">
              <a:extLst>
                <a:ext uri="{FF2B5EF4-FFF2-40B4-BE49-F238E27FC236}">
                  <a16:creationId xmlns:a16="http://schemas.microsoft.com/office/drawing/2014/main" id="{3F923F22-5F43-EC8D-F9D0-7D0BD5426703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285;p62">
              <a:extLst>
                <a:ext uri="{FF2B5EF4-FFF2-40B4-BE49-F238E27FC236}">
                  <a16:creationId xmlns:a16="http://schemas.microsoft.com/office/drawing/2014/main" id="{E441A309-9CE1-D236-676E-D95B48FA9074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286;p62">
              <a:extLst>
                <a:ext uri="{FF2B5EF4-FFF2-40B4-BE49-F238E27FC236}">
                  <a16:creationId xmlns:a16="http://schemas.microsoft.com/office/drawing/2014/main" id="{1B788198-0E92-59C4-3C42-491711C5EC49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287;p62">
              <a:extLst>
                <a:ext uri="{FF2B5EF4-FFF2-40B4-BE49-F238E27FC236}">
                  <a16:creationId xmlns:a16="http://schemas.microsoft.com/office/drawing/2014/main" id="{C390B026-DEF3-C5C7-ED2D-A5455B4A17BD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288;p62">
              <a:extLst>
                <a:ext uri="{FF2B5EF4-FFF2-40B4-BE49-F238E27FC236}">
                  <a16:creationId xmlns:a16="http://schemas.microsoft.com/office/drawing/2014/main" id="{ACE8D323-12DF-0F9A-A998-CA13F16D792A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289;p62">
              <a:extLst>
                <a:ext uri="{FF2B5EF4-FFF2-40B4-BE49-F238E27FC236}">
                  <a16:creationId xmlns:a16="http://schemas.microsoft.com/office/drawing/2014/main" id="{06066572-54FB-00F3-ADB3-2E19CBC0DAAF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290;p62">
              <a:extLst>
                <a:ext uri="{FF2B5EF4-FFF2-40B4-BE49-F238E27FC236}">
                  <a16:creationId xmlns:a16="http://schemas.microsoft.com/office/drawing/2014/main" id="{FF61265F-0B66-A2E1-9AEE-A93ED0B0A90C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291;p62">
              <a:extLst>
                <a:ext uri="{FF2B5EF4-FFF2-40B4-BE49-F238E27FC236}">
                  <a16:creationId xmlns:a16="http://schemas.microsoft.com/office/drawing/2014/main" id="{CA686FC7-55F5-C18F-3BFB-0242C8A04D72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292;p62">
              <a:extLst>
                <a:ext uri="{FF2B5EF4-FFF2-40B4-BE49-F238E27FC236}">
                  <a16:creationId xmlns:a16="http://schemas.microsoft.com/office/drawing/2014/main" id="{D66CD3D6-85F7-E8E4-BACB-C0F010B3D9AB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293;p62">
              <a:extLst>
                <a:ext uri="{FF2B5EF4-FFF2-40B4-BE49-F238E27FC236}">
                  <a16:creationId xmlns:a16="http://schemas.microsoft.com/office/drawing/2014/main" id="{6194C9BD-8DDF-4057-CE65-B88E7DE41255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3516793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>
          <a:extLst>
            <a:ext uri="{FF2B5EF4-FFF2-40B4-BE49-F238E27FC236}">
              <a16:creationId xmlns:a16="http://schemas.microsoft.com/office/drawing/2014/main" id="{CE2D0109-4E94-18F6-BAC1-4344AD98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>
            <a:extLst>
              <a:ext uri="{FF2B5EF4-FFF2-40B4-BE49-F238E27FC236}">
                <a16:creationId xmlns:a16="http://schemas.microsoft.com/office/drawing/2014/main" id="{B3D99E0D-439D-1A79-9011-DF28C5ED2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“A” building</a:t>
            </a:r>
            <a:br>
              <a:rPr lang="en-US" dirty="0"/>
            </a:br>
            <a:endParaRPr dirty="0"/>
          </a:p>
        </p:txBody>
      </p:sp>
      <p:sp>
        <p:nvSpPr>
          <p:cNvPr id="24" name="Google Shape;1693;p32">
            <a:extLst>
              <a:ext uri="{FF2B5EF4-FFF2-40B4-BE49-F238E27FC236}">
                <a16:creationId xmlns:a16="http://schemas.microsoft.com/office/drawing/2014/main" id="{944956E2-9F6C-E193-1A33-8CFFD1A8D6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200300"/>
            <a:ext cx="3270544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-US" sz="1600" dirty="0"/>
              <a:t>A part of the offices are located here (HR, Web-management, boss office) and the production line.</a:t>
            </a:r>
          </a:p>
          <a:p>
            <a:pPr marL="0" indent="0" algn="just"/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DHCP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Wireless connection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VLAN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IPv6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OSPF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SSH</a:t>
            </a:r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Kép 3" descr="A képen szöveg, diagram, képernyőkép, sor látható">
            <a:extLst>
              <a:ext uri="{FF2B5EF4-FFF2-40B4-BE49-F238E27FC236}">
                <a16:creationId xmlns:a16="http://schemas.microsoft.com/office/drawing/2014/main" id="{02E2A1A3-FAE5-22F0-5E8F-049FDBA6E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001" y="473525"/>
            <a:ext cx="2556000" cy="4128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" name="Google Shape;16280;p62">
            <a:extLst>
              <a:ext uri="{FF2B5EF4-FFF2-40B4-BE49-F238E27FC236}">
                <a16:creationId xmlns:a16="http://schemas.microsoft.com/office/drawing/2014/main" id="{086CB802-7439-A470-1C95-19D568A4D6DA}"/>
              </a:ext>
            </a:extLst>
          </p:cNvPr>
          <p:cNvGrpSpPr/>
          <p:nvPr/>
        </p:nvGrpSpPr>
        <p:grpSpPr>
          <a:xfrm>
            <a:off x="389440" y="2434438"/>
            <a:ext cx="612833" cy="807126"/>
            <a:chOff x="6499111" y="848251"/>
            <a:chExt cx="989696" cy="990739"/>
          </a:xfrm>
        </p:grpSpPr>
        <p:sp>
          <p:nvSpPr>
            <p:cNvPr id="6" name="Google Shape;16281;p62">
              <a:extLst>
                <a:ext uri="{FF2B5EF4-FFF2-40B4-BE49-F238E27FC236}">
                  <a16:creationId xmlns:a16="http://schemas.microsoft.com/office/drawing/2014/main" id="{42E3AA01-A69A-5AFD-99B3-C812030C0E6E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282;p62">
              <a:extLst>
                <a:ext uri="{FF2B5EF4-FFF2-40B4-BE49-F238E27FC236}">
                  <a16:creationId xmlns:a16="http://schemas.microsoft.com/office/drawing/2014/main" id="{0511184B-7317-6C98-688E-2BDD1A11D711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283;p62">
              <a:extLst>
                <a:ext uri="{FF2B5EF4-FFF2-40B4-BE49-F238E27FC236}">
                  <a16:creationId xmlns:a16="http://schemas.microsoft.com/office/drawing/2014/main" id="{1228582A-D896-7358-AC7E-9400066D3688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284;p62">
              <a:extLst>
                <a:ext uri="{FF2B5EF4-FFF2-40B4-BE49-F238E27FC236}">
                  <a16:creationId xmlns:a16="http://schemas.microsoft.com/office/drawing/2014/main" id="{51AB2055-DBA5-DEE7-8F44-54A7BCF41E44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285;p62">
              <a:extLst>
                <a:ext uri="{FF2B5EF4-FFF2-40B4-BE49-F238E27FC236}">
                  <a16:creationId xmlns:a16="http://schemas.microsoft.com/office/drawing/2014/main" id="{0FBD2721-7EAB-FA14-581C-2F8C69CC1B2C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286;p62">
              <a:extLst>
                <a:ext uri="{FF2B5EF4-FFF2-40B4-BE49-F238E27FC236}">
                  <a16:creationId xmlns:a16="http://schemas.microsoft.com/office/drawing/2014/main" id="{CA7CC9B8-360C-92A7-0B5A-8B26299FEB69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287;p62">
              <a:extLst>
                <a:ext uri="{FF2B5EF4-FFF2-40B4-BE49-F238E27FC236}">
                  <a16:creationId xmlns:a16="http://schemas.microsoft.com/office/drawing/2014/main" id="{A946C011-EF5A-86A7-CB5C-75E88C94AC75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88;p62">
              <a:extLst>
                <a:ext uri="{FF2B5EF4-FFF2-40B4-BE49-F238E27FC236}">
                  <a16:creationId xmlns:a16="http://schemas.microsoft.com/office/drawing/2014/main" id="{C1CDC1A8-CC02-317C-C1FB-64D4FA90895C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289;p62">
              <a:extLst>
                <a:ext uri="{FF2B5EF4-FFF2-40B4-BE49-F238E27FC236}">
                  <a16:creationId xmlns:a16="http://schemas.microsoft.com/office/drawing/2014/main" id="{ACB3757F-8864-2865-19EF-C8CD29B4A0E2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290;p62">
              <a:extLst>
                <a:ext uri="{FF2B5EF4-FFF2-40B4-BE49-F238E27FC236}">
                  <a16:creationId xmlns:a16="http://schemas.microsoft.com/office/drawing/2014/main" id="{9E68AE7B-C555-A317-EF44-0A771AA23A03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291;p62">
              <a:extLst>
                <a:ext uri="{FF2B5EF4-FFF2-40B4-BE49-F238E27FC236}">
                  <a16:creationId xmlns:a16="http://schemas.microsoft.com/office/drawing/2014/main" id="{BFA58606-A057-C46A-989E-E9769EF6F771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6292;p62">
              <a:extLst>
                <a:ext uri="{FF2B5EF4-FFF2-40B4-BE49-F238E27FC236}">
                  <a16:creationId xmlns:a16="http://schemas.microsoft.com/office/drawing/2014/main" id="{372678C0-7752-2CC3-2B71-151E6ED1A687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293;p62">
              <a:extLst>
                <a:ext uri="{FF2B5EF4-FFF2-40B4-BE49-F238E27FC236}">
                  <a16:creationId xmlns:a16="http://schemas.microsoft.com/office/drawing/2014/main" id="{217C48DC-76A2-F457-A5BE-69C3CCDDA75A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6280;p62">
            <a:extLst>
              <a:ext uri="{FF2B5EF4-FFF2-40B4-BE49-F238E27FC236}">
                <a16:creationId xmlns:a16="http://schemas.microsoft.com/office/drawing/2014/main" id="{727C2867-5376-DF13-FF30-6850DBF4B25C}"/>
              </a:ext>
            </a:extLst>
          </p:cNvPr>
          <p:cNvGrpSpPr/>
          <p:nvPr/>
        </p:nvGrpSpPr>
        <p:grpSpPr>
          <a:xfrm>
            <a:off x="685880" y="3744737"/>
            <a:ext cx="309557" cy="244512"/>
            <a:chOff x="6988887" y="1538854"/>
            <a:chExt cx="499920" cy="300136"/>
          </a:xfrm>
        </p:grpSpPr>
        <p:sp>
          <p:nvSpPr>
            <p:cNvPr id="20" name="Google Shape;16281;p62">
              <a:extLst>
                <a:ext uri="{FF2B5EF4-FFF2-40B4-BE49-F238E27FC236}">
                  <a16:creationId xmlns:a16="http://schemas.microsoft.com/office/drawing/2014/main" id="{72F30332-BFD2-19F7-3680-CC250A8B32EB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282;p62">
              <a:extLst>
                <a:ext uri="{FF2B5EF4-FFF2-40B4-BE49-F238E27FC236}">
                  <a16:creationId xmlns:a16="http://schemas.microsoft.com/office/drawing/2014/main" id="{C61DC690-25A7-B780-A65B-A7604B406817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283;p62">
              <a:extLst>
                <a:ext uri="{FF2B5EF4-FFF2-40B4-BE49-F238E27FC236}">
                  <a16:creationId xmlns:a16="http://schemas.microsoft.com/office/drawing/2014/main" id="{22ABD35B-752A-0814-5ACB-5BF358E628F5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284;p62">
              <a:extLst>
                <a:ext uri="{FF2B5EF4-FFF2-40B4-BE49-F238E27FC236}">
                  <a16:creationId xmlns:a16="http://schemas.microsoft.com/office/drawing/2014/main" id="{4F91987C-BCFA-EAA4-A8CE-FA9906EA3F52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285;p62">
              <a:extLst>
                <a:ext uri="{FF2B5EF4-FFF2-40B4-BE49-F238E27FC236}">
                  <a16:creationId xmlns:a16="http://schemas.microsoft.com/office/drawing/2014/main" id="{591D0E35-0A11-A5B2-6645-32B11D19CDFD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286;p62">
              <a:extLst>
                <a:ext uri="{FF2B5EF4-FFF2-40B4-BE49-F238E27FC236}">
                  <a16:creationId xmlns:a16="http://schemas.microsoft.com/office/drawing/2014/main" id="{06B2F246-A275-6A47-35E6-2F612762551B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287;p62">
              <a:extLst>
                <a:ext uri="{FF2B5EF4-FFF2-40B4-BE49-F238E27FC236}">
                  <a16:creationId xmlns:a16="http://schemas.microsoft.com/office/drawing/2014/main" id="{05324C11-A140-7B86-FAE0-B6A0C1F57BAA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288;p62">
              <a:extLst>
                <a:ext uri="{FF2B5EF4-FFF2-40B4-BE49-F238E27FC236}">
                  <a16:creationId xmlns:a16="http://schemas.microsoft.com/office/drawing/2014/main" id="{F458C876-8C38-E273-884E-F9EB150C0F25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289;p62">
              <a:extLst>
                <a:ext uri="{FF2B5EF4-FFF2-40B4-BE49-F238E27FC236}">
                  <a16:creationId xmlns:a16="http://schemas.microsoft.com/office/drawing/2014/main" id="{817379C2-6ECF-D948-126F-06AB97F59407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290;p62">
              <a:extLst>
                <a:ext uri="{FF2B5EF4-FFF2-40B4-BE49-F238E27FC236}">
                  <a16:creationId xmlns:a16="http://schemas.microsoft.com/office/drawing/2014/main" id="{69017929-5AA2-5B08-6180-49902A541AC9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291;p62">
              <a:extLst>
                <a:ext uri="{FF2B5EF4-FFF2-40B4-BE49-F238E27FC236}">
                  <a16:creationId xmlns:a16="http://schemas.microsoft.com/office/drawing/2014/main" id="{AD979D58-F4DD-86FC-28AC-2AC7B948704E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292;p62">
              <a:extLst>
                <a:ext uri="{FF2B5EF4-FFF2-40B4-BE49-F238E27FC236}">
                  <a16:creationId xmlns:a16="http://schemas.microsoft.com/office/drawing/2014/main" id="{DB6C1EDF-480A-B0F9-C21E-39F1E6EAAB4B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293;p62">
              <a:extLst>
                <a:ext uri="{FF2B5EF4-FFF2-40B4-BE49-F238E27FC236}">
                  <a16:creationId xmlns:a16="http://schemas.microsoft.com/office/drawing/2014/main" id="{432FA81D-01A7-100F-626A-94BED10757AA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6280;p62">
            <a:extLst>
              <a:ext uri="{FF2B5EF4-FFF2-40B4-BE49-F238E27FC236}">
                <a16:creationId xmlns:a16="http://schemas.microsoft.com/office/drawing/2014/main" id="{7871336E-C892-F23A-274F-D330869B500C}"/>
              </a:ext>
            </a:extLst>
          </p:cNvPr>
          <p:cNvGrpSpPr/>
          <p:nvPr/>
        </p:nvGrpSpPr>
        <p:grpSpPr>
          <a:xfrm>
            <a:off x="692716" y="4091150"/>
            <a:ext cx="309557" cy="244512"/>
            <a:chOff x="6988887" y="1538854"/>
            <a:chExt cx="499920" cy="300136"/>
          </a:xfrm>
        </p:grpSpPr>
        <p:sp>
          <p:nvSpPr>
            <p:cNvPr id="35" name="Google Shape;16281;p62">
              <a:extLst>
                <a:ext uri="{FF2B5EF4-FFF2-40B4-BE49-F238E27FC236}">
                  <a16:creationId xmlns:a16="http://schemas.microsoft.com/office/drawing/2014/main" id="{8CE6C048-604B-5AB9-C6C5-B70BE8BFD45C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82;p62">
              <a:extLst>
                <a:ext uri="{FF2B5EF4-FFF2-40B4-BE49-F238E27FC236}">
                  <a16:creationId xmlns:a16="http://schemas.microsoft.com/office/drawing/2014/main" id="{07308CD3-5810-172E-1B44-78B6322EAE62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83;p62">
              <a:extLst>
                <a:ext uri="{FF2B5EF4-FFF2-40B4-BE49-F238E27FC236}">
                  <a16:creationId xmlns:a16="http://schemas.microsoft.com/office/drawing/2014/main" id="{6E05C8AC-005B-7437-249B-B974D699980D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84;p62">
              <a:extLst>
                <a:ext uri="{FF2B5EF4-FFF2-40B4-BE49-F238E27FC236}">
                  <a16:creationId xmlns:a16="http://schemas.microsoft.com/office/drawing/2014/main" id="{87B131E8-0455-B202-C347-F4FC30BF9DEE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85;p62">
              <a:extLst>
                <a:ext uri="{FF2B5EF4-FFF2-40B4-BE49-F238E27FC236}">
                  <a16:creationId xmlns:a16="http://schemas.microsoft.com/office/drawing/2014/main" id="{AE9B759E-DF3B-0E73-F9C6-F15F48108D23}"/>
                </a:ext>
              </a:extLst>
            </p:cNvPr>
            <p:cNvSpPr/>
            <p:nvPr/>
          </p:nvSpPr>
          <p:spPr>
            <a:xfrm>
              <a:off x="7052826" y="1562317"/>
              <a:ext cx="372776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6286;p62">
              <a:extLst>
                <a:ext uri="{FF2B5EF4-FFF2-40B4-BE49-F238E27FC236}">
                  <a16:creationId xmlns:a16="http://schemas.microsoft.com/office/drawing/2014/main" id="{361D08E0-D035-1FA7-F6CC-6E10DEC1A743}"/>
                </a:ext>
              </a:extLst>
            </p:cNvPr>
            <p:cNvSpPr/>
            <p:nvPr/>
          </p:nvSpPr>
          <p:spPr>
            <a:xfrm>
              <a:off x="7052828" y="1562319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87;p62">
              <a:extLst>
                <a:ext uri="{FF2B5EF4-FFF2-40B4-BE49-F238E27FC236}">
                  <a16:creationId xmlns:a16="http://schemas.microsoft.com/office/drawing/2014/main" id="{E11F7229-A265-2C6F-75F3-155C7D64B832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88;p62">
              <a:extLst>
                <a:ext uri="{FF2B5EF4-FFF2-40B4-BE49-F238E27FC236}">
                  <a16:creationId xmlns:a16="http://schemas.microsoft.com/office/drawing/2014/main" id="{7716A0C2-1E74-B179-4052-F528F08E0BF9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89;p62">
              <a:extLst>
                <a:ext uri="{FF2B5EF4-FFF2-40B4-BE49-F238E27FC236}">
                  <a16:creationId xmlns:a16="http://schemas.microsoft.com/office/drawing/2014/main" id="{8A610D61-C378-9F1A-EB6D-3CA96A6C5FEB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90;p62">
              <a:extLst>
                <a:ext uri="{FF2B5EF4-FFF2-40B4-BE49-F238E27FC236}">
                  <a16:creationId xmlns:a16="http://schemas.microsoft.com/office/drawing/2014/main" id="{FA6E6710-8D90-0DC7-36FF-B3B2E53572AD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1;p62">
              <a:extLst>
                <a:ext uri="{FF2B5EF4-FFF2-40B4-BE49-F238E27FC236}">
                  <a16:creationId xmlns:a16="http://schemas.microsoft.com/office/drawing/2014/main" id="{C8340417-C92C-2DD0-C70C-D750C7E63563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292;p62">
              <a:extLst>
                <a:ext uri="{FF2B5EF4-FFF2-40B4-BE49-F238E27FC236}">
                  <a16:creationId xmlns:a16="http://schemas.microsoft.com/office/drawing/2014/main" id="{11F6BDE3-1048-3DA0-FD55-84320BA4B9C7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293;p62">
              <a:extLst>
                <a:ext uri="{FF2B5EF4-FFF2-40B4-BE49-F238E27FC236}">
                  <a16:creationId xmlns:a16="http://schemas.microsoft.com/office/drawing/2014/main" id="{C2690DFB-2742-27D9-C568-7F345D638757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8" name="Google Shape;16280;p62">
            <a:extLst>
              <a:ext uri="{FF2B5EF4-FFF2-40B4-BE49-F238E27FC236}">
                <a16:creationId xmlns:a16="http://schemas.microsoft.com/office/drawing/2014/main" id="{BFE7CD9D-2424-76E7-19DB-07C7CBC3B2F6}"/>
              </a:ext>
            </a:extLst>
          </p:cNvPr>
          <p:cNvGrpSpPr/>
          <p:nvPr/>
        </p:nvGrpSpPr>
        <p:grpSpPr>
          <a:xfrm>
            <a:off x="685880" y="4439562"/>
            <a:ext cx="309557" cy="244512"/>
            <a:chOff x="6988887" y="1538854"/>
            <a:chExt cx="499920" cy="300136"/>
          </a:xfrm>
        </p:grpSpPr>
        <p:sp>
          <p:nvSpPr>
            <p:cNvPr id="49" name="Google Shape;16281;p62">
              <a:extLst>
                <a:ext uri="{FF2B5EF4-FFF2-40B4-BE49-F238E27FC236}">
                  <a16:creationId xmlns:a16="http://schemas.microsoft.com/office/drawing/2014/main" id="{7DB69B2B-A824-99E7-BC74-DC0F0EB37E80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282;p62">
              <a:extLst>
                <a:ext uri="{FF2B5EF4-FFF2-40B4-BE49-F238E27FC236}">
                  <a16:creationId xmlns:a16="http://schemas.microsoft.com/office/drawing/2014/main" id="{67466C23-6032-ADF4-B28B-CE89449F2988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283;p62">
              <a:extLst>
                <a:ext uri="{FF2B5EF4-FFF2-40B4-BE49-F238E27FC236}">
                  <a16:creationId xmlns:a16="http://schemas.microsoft.com/office/drawing/2014/main" id="{C15EAE6A-9B8A-B2E4-92DF-ACCFE889AC34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284;p62">
              <a:extLst>
                <a:ext uri="{FF2B5EF4-FFF2-40B4-BE49-F238E27FC236}">
                  <a16:creationId xmlns:a16="http://schemas.microsoft.com/office/drawing/2014/main" id="{0F124438-B4EE-3CAD-59F9-772F0B6C6744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285;p62">
              <a:extLst>
                <a:ext uri="{FF2B5EF4-FFF2-40B4-BE49-F238E27FC236}">
                  <a16:creationId xmlns:a16="http://schemas.microsoft.com/office/drawing/2014/main" id="{DD2D90AD-0725-59DC-1BDD-CE6320E38FCB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286;p62">
              <a:extLst>
                <a:ext uri="{FF2B5EF4-FFF2-40B4-BE49-F238E27FC236}">
                  <a16:creationId xmlns:a16="http://schemas.microsoft.com/office/drawing/2014/main" id="{68841671-9BA8-DEEF-0BEA-CB6EE1D14C27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287;p62">
              <a:extLst>
                <a:ext uri="{FF2B5EF4-FFF2-40B4-BE49-F238E27FC236}">
                  <a16:creationId xmlns:a16="http://schemas.microsoft.com/office/drawing/2014/main" id="{27190358-A5E4-A562-F1BC-86210D6408FB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288;p62">
              <a:extLst>
                <a:ext uri="{FF2B5EF4-FFF2-40B4-BE49-F238E27FC236}">
                  <a16:creationId xmlns:a16="http://schemas.microsoft.com/office/drawing/2014/main" id="{B26D8EE6-7244-DFF0-9B78-DF00436B287D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289;p62">
              <a:extLst>
                <a:ext uri="{FF2B5EF4-FFF2-40B4-BE49-F238E27FC236}">
                  <a16:creationId xmlns:a16="http://schemas.microsoft.com/office/drawing/2014/main" id="{ABB32585-2691-5B35-8EAF-38157AA3889E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290;p62">
              <a:extLst>
                <a:ext uri="{FF2B5EF4-FFF2-40B4-BE49-F238E27FC236}">
                  <a16:creationId xmlns:a16="http://schemas.microsoft.com/office/drawing/2014/main" id="{8A5AECAD-DA57-52EA-B47A-E77765F2C847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291;p62">
              <a:extLst>
                <a:ext uri="{FF2B5EF4-FFF2-40B4-BE49-F238E27FC236}">
                  <a16:creationId xmlns:a16="http://schemas.microsoft.com/office/drawing/2014/main" id="{5639B792-FD6D-C939-54A1-85A0ADDF9D33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292;p62">
              <a:extLst>
                <a:ext uri="{FF2B5EF4-FFF2-40B4-BE49-F238E27FC236}">
                  <a16:creationId xmlns:a16="http://schemas.microsoft.com/office/drawing/2014/main" id="{023E7E37-BA7B-C172-7A6A-C02E4F04DA9D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293;p62">
              <a:extLst>
                <a:ext uri="{FF2B5EF4-FFF2-40B4-BE49-F238E27FC236}">
                  <a16:creationId xmlns:a16="http://schemas.microsoft.com/office/drawing/2014/main" id="{604D07B7-AB3F-A7E6-5854-A208834C64FA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6280;p62">
            <a:extLst>
              <a:ext uri="{FF2B5EF4-FFF2-40B4-BE49-F238E27FC236}">
                <a16:creationId xmlns:a16="http://schemas.microsoft.com/office/drawing/2014/main" id="{F5279440-D809-B552-3372-08EEB903446B}"/>
              </a:ext>
            </a:extLst>
          </p:cNvPr>
          <p:cNvGrpSpPr/>
          <p:nvPr/>
        </p:nvGrpSpPr>
        <p:grpSpPr>
          <a:xfrm>
            <a:off x="686180" y="3359164"/>
            <a:ext cx="309557" cy="244512"/>
            <a:chOff x="6988887" y="1538854"/>
            <a:chExt cx="499920" cy="300136"/>
          </a:xfrm>
        </p:grpSpPr>
        <p:sp>
          <p:nvSpPr>
            <p:cNvPr id="63" name="Google Shape;16281;p62">
              <a:extLst>
                <a:ext uri="{FF2B5EF4-FFF2-40B4-BE49-F238E27FC236}">
                  <a16:creationId xmlns:a16="http://schemas.microsoft.com/office/drawing/2014/main" id="{AFA75563-FCA6-EBA5-01F1-5434066F60D1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282;p62">
              <a:extLst>
                <a:ext uri="{FF2B5EF4-FFF2-40B4-BE49-F238E27FC236}">
                  <a16:creationId xmlns:a16="http://schemas.microsoft.com/office/drawing/2014/main" id="{7374CB1F-714C-3FCB-55BF-55B455BAB416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283;p62">
              <a:extLst>
                <a:ext uri="{FF2B5EF4-FFF2-40B4-BE49-F238E27FC236}">
                  <a16:creationId xmlns:a16="http://schemas.microsoft.com/office/drawing/2014/main" id="{A2F24D9B-1B15-F750-5CE8-BAFA23DF9FA5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284;p62">
              <a:extLst>
                <a:ext uri="{FF2B5EF4-FFF2-40B4-BE49-F238E27FC236}">
                  <a16:creationId xmlns:a16="http://schemas.microsoft.com/office/drawing/2014/main" id="{A8994631-E4E0-79F2-906C-68F78C699B7E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285;p62">
              <a:extLst>
                <a:ext uri="{FF2B5EF4-FFF2-40B4-BE49-F238E27FC236}">
                  <a16:creationId xmlns:a16="http://schemas.microsoft.com/office/drawing/2014/main" id="{430E3629-B5AC-11E6-8768-4CB081476C07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286;p62">
              <a:extLst>
                <a:ext uri="{FF2B5EF4-FFF2-40B4-BE49-F238E27FC236}">
                  <a16:creationId xmlns:a16="http://schemas.microsoft.com/office/drawing/2014/main" id="{5C483836-995B-7D0B-B984-3CF9EE12B6A3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287;p62">
              <a:extLst>
                <a:ext uri="{FF2B5EF4-FFF2-40B4-BE49-F238E27FC236}">
                  <a16:creationId xmlns:a16="http://schemas.microsoft.com/office/drawing/2014/main" id="{00CA1A78-0B36-537D-2AB8-E508B63259C1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288;p62">
              <a:extLst>
                <a:ext uri="{FF2B5EF4-FFF2-40B4-BE49-F238E27FC236}">
                  <a16:creationId xmlns:a16="http://schemas.microsoft.com/office/drawing/2014/main" id="{2EAE689F-9912-E199-5136-C6C5FDDB0FC2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289;p62">
              <a:extLst>
                <a:ext uri="{FF2B5EF4-FFF2-40B4-BE49-F238E27FC236}">
                  <a16:creationId xmlns:a16="http://schemas.microsoft.com/office/drawing/2014/main" id="{A8D50D39-28E7-EA55-6E0D-B664E781C87E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290;p62">
              <a:extLst>
                <a:ext uri="{FF2B5EF4-FFF2-40B4-BE49-F238E27FC236}">
                  <a16:creationId xmlns:a16="http://schemas.microsoft.com/office/drawing/2014/main" id="{9D949BC0-EA1D-1306-A5BB-5EA1992AE5AA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291;p62">
              <a:extLst>
                <a:ext uri="{FF2B5EF4-FFF2-40B4-BE49-F238E27FC236}">
                  <a16:creationId xmlns:a16="http://schemas.microsoft.com/office/drawing/2014/main" id="{052F9B6B-A015-3E69-D62E-AF1F44C02EC3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292;p62">
              <a:extLst>
                <a:ext uri="{FF2B5EF4-FFF2-40B4-BE49-F238E27FC236}">
                  <a16:creationId xmlns:a16="http://schemas.microsoft.com/office/drawing/2014/main" id="{16BD8587-BA7B-6817-F195-323AEB112E84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293;p62">
              <a:extLst>
                <a:ext uri="{FF2B5EF4-FFF2-40B4-BE49-F238E27FC236}">
                  <a16:creationId xmlns:a16="http://schemas.microsoft.com/office/drawing/2014/main" id="{87ECA430-CAE5-9AA1-7CCE-9ED1670183CF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6" name="Google Shape;16280;p62">
            <a:extLst>
              <a:ext uri="{FF2B5EF4-FFF2-40B4-BE49-F238E27FC236}">
                <a16:creationId xmlns:a16="http://schemas.microsoft.com/office/drawing/2014/main" id="{17630BDC-1303-0128-6510-B6371B8B77E9}"/>
              </a:ext>
            </a:extLst>
          </p:cNvPr>
          <p:cNvGrpSpPr/>
          <p:nvPr/>
        </p:nvGrpSpPr>
        <p:grpSpPr>
          <a:xfrm>
            <a:off x="378660" y="2042739"/>
            <a:ext cx="612833" cy="807126"/>
            <a:chOff x="6499111" y="848251"/>
            <a:chExt cx="989696" cy="990739"/>
          </a:xfrm>
        </p:grpSpPr>
        <p:sp>
          <p:nvSpPr>
            <p:cNvPr id="1677" name="Google Shape;16281;p62">
              <a:extLst>
                <a:ext uri="{FF2B5EF4-FFF2-40B4-BE49-F238E27FC236}">
                  <a16:creationId xmlns:a16="http://schemas.microsoft.com/office/drawing/2014/main" id="{428A2090-BC68-4A79-3506-AD9B4476B78E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282;p62">
              <a:extLst>
                <a:ext uri="{FF2B5EF4-FFF2-40B4-BE49-F238E27FC236}">
                  <a16:creationId xmlns:a16="http://schemas.microsoft.com/office/drawing/2014/main" id="{1C7AE212-85AE-7F14-3B52-D9C46E820E85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283;p62">
              <a:extLst>
                <a:ext uri="{FF2B5EF4-FFF2-40B4-BE49-F238E27FC236}">
                  <a16:creationId xmlns:a16="http://schemas.microsoft.com/office/drawing/2014/main" id="{BC796F24-A187-9667-0B13-5448DF448403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284;p62">
              <a:extLst>
                <a:ext uri="{FF2B5EF4-FFF2-40B4-BE49-F238E27FC236}">
                  <a16:creationId xmlns:a16="http://schemas.microsoft.com/office/drawing/2014/main" id="{6E169AE9-5554-77F3-3634-5CF8F890B588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285;p62">
              <a:extLst>
                <a:ext uri="{FF2B5EF4-FFF2-40B4-BE49-F238E27FC236}">
                  <a16:creationId xmlns:a16="http://schemas.microsoft.com/office/drawing/2014/main" id="{974E4F83-B1B8-89A5-6430-1B7DB2087802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286;p62">
              <a:extLst>
                <a:ext uri="{FF2B5EF4-FFF2-40B4-BE49-F238E27FC236}">
                  <a16:creationId xmlns:a16="http://schemas.microsoft.com/office/drawing/2014/main" id="{4304E250-321E-F109-39E0-0776DFFC7611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287;p62">
              <a:extLst>
                <a:ext uri="{FF2B5EF4-FFF2-40B4-BE49-F238E27FC236}">
                  <a16:creationId xmlns:a16="http://schemas.microsoft.com/office/drawing/2014/main" id="{3621E6B7-E2FF-372E-60D2-FD0C3E50DE3F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288;p62">
              <a:extLst>
                <a:ext uri="{FF2B5EF4-FFF2-40B4-BE49-F238E27FC236}">
                  <a16:creationId xmlns:a16="http://schemas.microsoft.com/office/drawing/2014/main" id="{99953C98-2610-531D-2CED-5E189A6D895A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289;p62">
              <a:extLst>
                <a:ext uri="{FF2B5EF4-FFF2-40B4-BE49-F238E27FC236}">
                  <a16:creationId xmlns:a16="http://schemas.microsoft.com/office/drawing/2014/main" id="{0655043D-59AD-3037-44CC-52B39D327612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290;p62">
              <a:extLst>
                <a:ext uri="{FF2B5EF4-FFF2-40B4-BE49-F238E27FC236}">
                  <a16:creationId xmlns:a16="http://schemas.microsoft.com/office/drawing/2014/main" id="{ED238DA0-7F4C-052D-CCC6-84F8AF930F85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291;p62">
              <a:extLst>
                <a:ext uri="{FF2B5EF4-FFF2-40B4-BE49-F238E27FC236}">
                  <a16:creationId xmlns:a16="http://schemas.microsoft.com/office/drawing/2014/main" id="{307AAD22-A8D4-2B33-24AE-B01F29371D63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292;p62">
              <a:extLst>
                <a:ext uri="{FF2B5EF4-FFF2-40B4-BE49-F238E27FC236}">
                  <a16:creationId xmlns:a16="http://schemas.microsoft.com/office/drawing/2014/main" id="{D70D930F-FB76-0AC3-9380-8EB91035869F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293;p62">
              <a:extLst>
                <a:ext uri="{FF2B5EF4-FFF2-40B4-BE49-F238E27FC236}">
                  <a16:creationId xmlns:a16="http://schemas.microsoft.com/office/drawing/2014/main" id="{59AABA3F-B1D7-62EC-0623-5AD8A5C48A76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8319252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>
          <a:extLst>
            <a:ext uri="{FF2B5EF4-FFF2-40B4-BE49-F238E27FC236}">
              <a16:creationId xmlns:a16="http://schemas.microsoft.com/office/drawing/2014/main" id="{5619EF1B-284C-B2EA-BC27-9B94C04F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>
            <a:extLst>
              <a:ext uri="{FF2B5EF4-FFF2-40B4-BE49-F238E27FC236}">
                <a16:creationId xmlns:a16="http://schemas.microsoft.com/office/drawing/2014/main" id="{78A4CE82-EEEA-BC9D-A6CD-8DA7D1C0E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550" y="4428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“B” building</a:t>
            </a:r>
            <a:br>
              <a:rPr lang="en-US" dirty="0"/>
            </a:br>
            <a:endParaRPr dirty="0"/>
          </a:p>
        </p:txBody>
      </p:sp>
      <p:sp>
        <p:nvSpPr>
          <p:cNvPr id="24" name="Google Shape;1693;p32">
            <a:extLst>
              <a:ext uri="{FF2B5EF4-FFF2-40B4-BE49-F238E27FC236}">
                <a16:creationId xmlns:a16="http://schemas.microsoft.com/office/drawing/2014/main" id="{230A56DF-49D0-C23C-386C-FBB2556C3D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7284" y="1025566"/>
            <a:ext cx="3270544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/>
              <a:t>The other offices  (Support, Financial department), the reception, and the warehouse can be found here.</a:t>
            </a:r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Kép 2" descr="A képen szöveg, képernyőkép, diagram, Párhuzamos látható">
            <a:extLst>
              <a:ext uri="{FF2B5EF4-FFF2-40B4-BE49-F238E27FC236}">
                <a16:creationId xmlns:a16="http://schemas.microsoft.com/office/drawing/2014/main" id="{8A536EF9-040A-746F-6A01-B55945187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810" y="442800"/>
            <a:ext cx="2614906" cy="42579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" name="Google Shape;16280;p62">
            <a:extLst>
              <a:ext uri="{FF2B5EF4-FFF2-40B4-BE49-F238E27FC236}">
                <a16:creationId xmlns:a16="http://schemas.microsoft.com/office/drawing/2014/main" id="{9A5BC458-AE7E-2337-1DC3-EF7CEC2DCE8A}"/>
              </a:ext>
            </a:extLst>
          </p:cNvPr>
          <p:cNvGrpSpPr/>
          <p:nvPr/>
        </p:nvGrpSpPr>
        <p:grpSpPr>
          <a:xfrm>
            <a:off x="4698840" y="2313792"/>
            <a:ext cx="612833" cy="807126"/>
            <a:chOff x="6499111" y="848251"/>
            <a:chExt cx="989696" cy="990739"/>
          </a:xfrm>
        </p:grpSpPr>
        <p:sp>
          <p:nvSpPr>
            <p:cNvPr id="6" name="Google Shape;16281;p62">
              <a:extLst>
                <a:ext uri="{FF2B5EF4-FFF2-40B4-BE49-F238E27FC236}">
                  <a16:creationId xmlns:a16="http://schemas.microsoft.com/office/drawing/2014/main" id="{6084F6E3-5EF3-C62D-040C-A77CFC3D54A8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282;p62">
              <a:extLst>
                <a:ext uri="{FF2B5EF4-FFF2-40B4-BE49-F238E27FC236}">
                  <a16:creationId xmlns:a16="http://schemas.microsoft.com/office/drawing/2014/main" id="{4945296E-3F42-BE65-B8DA-A7F1C5367186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283;p62">
              <a:extLst>
                <a:ext uri="{FF2B5EF4-FFF2-40B4-BE49-F238E27FC236}">
                  <a16:creationId xmlns:a16="http://schemas.microsoft.com/office/drawing/2014/main" id="{85EA95BE-489A-A730-F8EA-8FBC3069E944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284;p62">
              <a:extLst>
                <a:ext uri="{FF2B5EF4-FFF2-40B4-BE49-F238E27FC236}">
                  <a16:creationId xmlns:a16="http://schemas.microsoft.com/office/drawing/2014/main" id="{8A38ABDD-8BAB-05D5-5F0D-4A60F863F78B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285;p62">
              <a:extLst>
                <a:ext uri="{FF2B5EF4-FFF2-40B4-BE49-F238E27FC236}">
                  <a16:creationId xmlns:a16="http://schemas.microsoft.com/office/drawing/2014/main" id="{DA93A5A2-E7F4-7D72-54AF-468AC584981C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286;p62">
              <a:extLst>
                <a:ext uri="{FF2B5EF4-FFF2-40B4-BE49-F238E27FC236}">
                  <a16:creationId xmlns:a16="http://schemas.microsoft.com/office/drawing/2014/main" id="{3803F638-BBD6-D975-B812-885E0CC0D62C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287;p62">
              <a:extLst>
                <a:ext uri="{FF2B5EF4-FFF2-40B4-BE49-F238E27FC236}">
                  <a16:creationId xmlns:a16="http://schemas.microsoft.com/office/drawing/2014/main" id="{F2F29DC6-8B53-FBD5-5D14-08D4A1693FC6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88;p62">
              <a:extLst>
                <a:ext uri="{FF2B5EF4-FFF2-40B4-BE49-F238E27FC236}">
                  <a16:creationId xmlns:a16="http://schemas.microsoft.com/office/drawing/2014/main" id="{55DCAA7E-6FDE-8AD7-B641-05AD06C55026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289;p62">
              <a:extLst>
                <a:ext uri="{FF2B5EF4-FFF2-40B4-BE49-F238E27FC236}">
                  <a16:creationId xmlns:a16="http://schemas.microsoft.com/office/drawing/2014/main" id="{4FB13E5C-3BCF-D627-0DCC-406BD2D6250E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290;p62">
              <a:extLst>
                <a:ext uri="{FF2B5EF4-FFF2-40B4-BE49-F238E27FC236}">
                  <a16:creationId xmlns:a16="http://schemas.microsoft.com/office/drawing/2014/main" id="{50E3379B-92CB-CB2D-76D2-B1205181A7BF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291;p62">
              <a:extLst>
                <a:ext uri="{FF2B5EF4-FFF2-40B4-BE49-F238E27FC236}">
                  <a16:creationId xmlns:a16="http://schemas.microsoft.com/office/drawing/2014/main" id="{075A6EE0-F5D0-2544-47B2-1936163BECA0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6292;p62">
              <a:extLst>
                <a:ext uri="{FF2B5EF4-FFF2-40B4-BE49-F238E27FC236}">
                  <a16:creationId xmlns:a16="http://schemas.microsoft.com/office/drawing/2014/main" id="{769E93E6-54B5-BDB9-1B18-C19281648D43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293;p62">
              <a:extLst>
                <a:ext uri="{FF2B5EF4-FFF2-40B4-BE49-F238E27FC236}">
                  <a16:creationId xmlns:a16="http://schemas.microsoft.com/office/drawing/2014/main" id="{F315BCEB-051B-4434-D631-DF9F125BE142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6280;p62">
            <a:extLst>
              <a:ext uri="{FF2B5EF4-FFF2-40B4-BE49-F238E27FC236}">
                <a16:creationId xmlns:a16="http://schemas.microsoft.com/office/drawing/2014/main" id="{3C30AB2A-9F42-8849-3566-8C0AE85DABC2}"/>
              </a:ext>
            </a:extLst>
          </p:cNvPr>
          <p:cNvGrpSpPr/>
          <p:nvPr/>
        </p:nvGrpSpPr>
        <p:grpSpPr>
          <a:xfrm>
            <a:off x="5005257" y="3516091"/>
            <a:ext cx="309557" cy="244512"/>
            <a:chOff x="6988887" y="1538854"/>
            <a:chExt cx="499920" cy="300136"/>
          </a:xfrm>
        </p:grpSpPr>
        <p:sp>
          <p:nvSpPr>
            <p:cNvPr id="20" name="Google Shape;16281;p62">
              <a:extLst>
                <a:ext uri="{FF2B5EF4-FFF2-40B4-BE49-F238E27FC236}">
                  <a16:creationId xmlns:a16="http://schemas.microsoft.com/office/drawing/2014/main" id="{54F6FD4E-53D6-3382-7C4C-CA1342091826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282;p62">
              <a:extLst>
                <a:ext uri="{FF2B5EF4-FFF2-40B4-BE49-F238E27FC236}">
                  <a16:creationId xmlns:a16="http://schemas.microsoft.com/office/drawing/2014/main" id="{D8F9C017-1163-DC97-A115-EFE56275928F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283;p62">
              <a:extLst>
                <a:ext uri="{FF2B5EF4-FFF2-40B4-BE49-F238E27FC236}">
                  <a16:creationId xmlns:a16="http://schemas.microsoft.com/office/drawing/2014/main" id="{262D6188-996D-7582-1A6E-D7EA09FD19FC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284;p62">
              <a:extLst>
                <a:ext uri="{FF2B5EF4-FFF2-40B4-BE49-F238E27FC236}">
                  <a16:creationId xmlns:a16="http://schemas.microsoft.com/office/drawing/2014/main" id="{0C356300-58A6-2D6F-3750-3ED895F1D624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285;p62">
              <a:extLst>
                <a:ext uri="{FF2B5EF4-FFF2-40B4-BE49-F238E27FC236}">
                  <a16:creationId xmlns:a16="http://schemas.microsoft.com/office/drawing/2014/main" id="{2E98064D-7470-1229-9545-4A6E315F75F4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6286;p62">
              <a:extLst>
                <a:ext uri="{FF2B5EF4-FFF2-40B4-BE49-F238E27FC236}">
                  <a16:creationId xmlns:a16="http://schemas.microsoft.com/office/drawing/2014/main" id="{83F6E801-C821-7047-E358-C14139B6B15A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287;p62">
              <a:extLst>
                <a:ext uri="{FF2B5EF4-FFF2-40B4-BE49-F238E27FC236}">
                  <a16:creationId xmlns:a16="http://schemas.microsoft.com/office/drawing/2014/main" id="{11507143-3CD6-1FE4-BBF2-B263012243D6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288;p62">
              <a:extLst>
                <a:ext uri="{FF2B5EF4-FFF2-40B4-BE49-F238E27FC236}">
                  <a16:creationId xmlns:a16="http://schemas.microsoft.com/office/drawing/2014/main" id="{59715628-A638-51A5-0AB0-7A8E7745C194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289;p62">
              <a:extLst>
                <a:ext uri="{FF2B5EF4-FFF2-40B4-BE49-F238E27FC236}">
                  <a16:creationId xmlns:a16="http://schemas.microsoft.com/office/drawing/2014/main" id="{55A44C3B-2CFC-91C9-FE3F-5C8D43BD1979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290;p62">
              <a:extLst>
                <a:ext uri="{FF2B5EF4-FFF2-40B4-BE49-F238E27FC236}">
                  <a16:creationId xmlns:a16="http://schemas.microsoft.com/office/drawing/2014/main" id="{AF2F5DFA-0FEC-293D-06F2-8B992C702094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291;p62">
              <a:extLst>
                <a:ext uri="{FF2B5EF4-FFF2-40B4-BE49-F238E27FC236}">
                  <a16:creationId xmlns:a16="http://schemas.microsoft.com/office/drawing/2014/main" id="{657AFFA5-7996-BF92-FC2E-FC1D010958FB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292;p62">
              <a:extLst>
                <a:ext uri="{FF2B5EF4-FFF2-40B4-BE49-F238E27FC236}">
                  <a16:creationId xmlns:a16="http://schemas.microsoft.com/office/drawing/2014/main" id="{E88A7C40-A2D3-A701-B216-37A3C6382AC0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293;p62">
              <a:extLst>
                <a:ext uri="{FF2B5EF4-FFF2-40B4-BE49-F238E27FC236}">
                  <a16:creationId xmlns:a16="http://schemas.microsoft.com/office/drawing/2014/main" id="{62A3AC68-E661-60A8-1813-9594934D568B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6280;p62">
            <a:extLst>
              <a:ext uri="{FF2B5EF4-FFF2-40B4-BE49-F238E27FC236}">
                <a16:creationId xmlns:a16="http://schemas.microsoft.com/office/drawing/2014/main" id="{A3B86F5C-85ED-872D-604D-017B95D8E7F7}"/>
              </a:ext>
            </a:extLst>
          </p:cNvPr>
          <p:cNvGrpSpPr/>
          <p:nvPr/>
        </p:nvGrpSpPr>
        <p:grpSpPr>
          <a:xfrm>
            <a:off x="5005257" y="3848104"/>
            <a:ext cx="309557" cy="244512"/>
            <a:chOff x="6988887" y="1538854"/>
            <a:chExt cx="499920" cy="300136"/>
          </a:xfrm>
        </p:grpSpPr>
        <p:sp>
          <p:nvSpPr>
            <p:cNvPr id="35" name="Google Shape;16281;p62">
              <a:extLst>
                <a:ext uri="{FF2B5EF4-FFF2-40B4-BE49-F238E27FC236}">
                  <a16:creationId xmlns:a16="http://schemas.microsoft.com/office/drawing/2014/main" id="{0F65E837-8FBE-02D7-7442-BE0F1F9E141D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82;p62">
              <a:extLst>
                <a:ext uri="{FF2B5EF4-FFF2-40B4-BE49-F238E27FC236}">
                  <a16:creationId xmlns:a16="http://schemas.microsoft.com/office/drawing/2014/main" id="{667EF3C6-86EA-41D3-9B75-3826B063C669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83;p62">
              <a:extLst>
                <a:ext uri="{FF2B5EF4-FFF2-40B4-BE49-F238E27FC236}">
                  <a16:creationId xmlns:a16="http://schemas.microsoft.com/office/drawing/2014/main" id="{881BF1D6-5687-8C6A-5FE2-36E06F24470C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84;p62">
              <a:extLst>
                <a:ext uri="{FF2B5EF4-FFF2-40B4-BE49-F238E27FC236}">
                  <a16:creationId xmlns:a16="http://schemas.microsoft.com/office/drawing/2014/main" id="{746B4375-7F49-6095-8651-F5E8D269C89D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85;p62">
              <a:extLst>
                <a:ext uri="{FF2B5EF4-FFF2-40B4-BE49-F238E27FC236}">
                  <a16:creationId xmlns:a16="http://schemas.microsoft.com/office/drawing/2014/main" id="{66C7067A-24D4-8141-9057-E57D9F7B8B16}"/>
                </a:ext>
              </a:extLst>
            </p:cNvPr>
            <p:cNvSpPr/>
            <p:nvPr/>
          </p:nvSpPr>
          <p:spPr>
            <a:xfrm>
              <a:off x="7052826" y="1562317"/>
              <a:ext cx="372776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6286;p62">
              <a:extLst>
                <a:ext uri="{FF2B5EF4-FFF2-40B4-BE49-F238E27FC236}">
                  <a16:creationId xmlns:a16="http://schemas.microsoft.com/office/drawing/2014/main" id="{8499789D-2899-880D-5636-F1AA7BCD8021}"/>
                </a:ext>
              </a:extLst>
            </p:cNvPr>
            <p:cNvSpPr/>
            <p:nvPr/>
          </p:nvSpPr>
          <p:spPr>
            <a:xfrm>
              <a:off x="7052828" y="1562319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87;p62">
              <a:extLst>
                <a:ext uri="{FF2B5EF4-FFF2-40B4-BE49-F238E27FC236}">
                  <a16:creationId xmlns:a16="http://schemas.microsoft.com/office/drawing/2014/main" id="{CBA2640C-68C4-3E9B-C384-F25D51297D4F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88;p62">
              <a:extLst>
                <a:ext uri="{FF2B5EF4-FFF2-40B4-BE49-F238E27FC236}">
                  <a16:creationId xmlns:a16="http://schemas.microsoft.com/office/drawing/2014/main" id="{4BBD44EA-0FA8-7FFA-9EBC-D37ED9FE85F6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89;p62">
              <a:extLst>
                <a:ext uri="{FF2B5EF4-FFF2-40B4-BE49-F238E27FC236}">
                  <a16:creationId xmlns:a16="http://schemas.microsoft.com/office/drawing/2014/main" id="{CD9CAA87-116A-270F-BB79-288DED820149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90;p62">
              <a:extLst>
                <a:ext uri="{FF2B5EF4-FFF2-40B4-BE49-F238E27FC236}">
                  <a16:creationId xmlns:a16="http://schemas.microsoft.com/office/drawing/2014/main" id="{4AF3B2A2-95AF-5080-7CE8-9432E5EBA38C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1;p62">
              <a:extLst>
                <a:ext uri="{FF2B5EF4-FFF2-40B4-BE49-F238E27FC236}">
                  <a16:creationId xmlns:a16="http://schemas.microsoft.com/office/drawing/2014/main" id="{B4E86857-431D-5085-BDB7-453A76B40B97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292;p62">
              <a:extLst>
                <a:ext uri="{FF2B5EF4-FFF2-40B4-BE49-F238E27FC236}">
                  <a16:creationId xmlns:a16="http://schemas.microsoft.com/office/drawing/2014/main" id="{FFAADB47-4813-CDE9-5483-1C75C05F0FC5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293;p62">
              <a:extLst>
                <a:ext uri="{FF2B5EF4-FFF2-40B4-BE49-F238E27FC236}">
                  <a16:creationId xmlns:a16="http://schemas.microsoft.com/office/drawing/2014/main" id="{D1C21322-9628-3536-3C90-46D68E3E7C68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8" name="Google Shape;16280;p62">
            <a:extLst>
              <a:ext uri="{FF2B5EF4-FFF2-40B4-BE49-F238E27FC236}">
                <a16:creationId xmlns:a16="http://schemas.microsoft.com/office/drawing/2014/main" id="{AF39844A-2C9B-A201-1AB3-691651346B6D}"/>
              </a:ext>
            </a:extLst>
          </p:cNvPr>
          <p:cNvGrpSpPr/>
          <p:nvPr/>
        </p:nvGrpSpPr>
        <p:grpSpPr>
          <a:xfrm>
            <a:off x="4989910" y="4167716"/>
            <a:ext cx="309557" cy="244512"/>
            <a:chOff x="6988887" y="1538854"/>
            <a:chExt cx="499920" cy="300136"/>
          </a:xfrm>
        </p:grpSpPr>
        <p:sp>
          <p:nvSpPr>
            <p:cNvPr id="49" name="Google Shape;16281;p62">
              <a:extLst>
                <a:ext uri="{FF2B5EF4-FFF2-40B4-BE49-F238E27FC236}">
                  <a16:creationId xmlns:a16="http://schemas.microsoft.com/office/drawing/2014/main" id="{C2E591A4-12B9-D22A-65A1-D86135A0152A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282;p62">
              <a:extLst>
                <a:ext uri="{FF2B5EF4-FFF2-40B4-BE49-F238E27FC236}">
                  <a16:creationId xmlns:a16="http://schemas.microsoft.com/office/drawing/2014/main" id="{18B3EC67-F5CC-7664-3F1F-97981C1D520E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283;p62">
              <a:extLst>
                <a:ext uri="{FF2B5EF4-FFF2-40B4-BE49-F238E27FC236}">
                  <a16:creationId xmlns:a16="http://schemas.microsoft.com/office/drawing/2014/main" id="{A499C04C-63BD-755D-5165-70571B76EB18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284;p62">
              <a:extLst>
                <a:ext uri="{FF2B5EF4-FFF2-40B4-BE49-F238E27FC236}">
                  <a16:creationId xmlns:a16="http://schemas.microsoft.com/office/drawing/2014/main" id="{E967240F-E6A7-9054-1A0E-326633791D61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285;p62">
              <a:extLst>
                <a:ext uri="{FF2B5EF4-FFF2-40B4-BE49-F238E27FC236}">
                  <a16:creationId xmlns:a16="http://schemas.microsoft.com/office/drawing/2014/main" id="{5F2C0468-C3A7-E13B-7D0F-B69FEC5F786E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286;p62">
              <a:extLst>
                <a:ext uri="{FF2B5EF4-FFF2-40B4-BE49-F238E27FC236}">
                  <a16:creationId xmlns:a16="http://schemas.microsoft.com/office/drawing/2014/main" id="{8A2925BA-0F54-D5E9-E51F-00A8708886FB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287;p62">
              <a:extLst>
                <a:ext uri="{FF2B5EF4-FFF2-40B4-BE49-F238E27FC236}">
                  <a16:creationId xmlns:a16="http://schemas.microsoft.com/office/drawing/2014/main" id="{2EB9F8FC-7CCA-CF8F-DDE1-E5E13BFCBB72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288;p62">
              <a:extLst>
                <a:ext uri="{FF2B5EF4-FFF2-40B4-BE49-F238E27FC236}">
                  <a16:creationId xmlns:a16="http://schemas.microsoft.com/office/drawing/2014/main" id="{056D4A76-78EB-8243-3374-578EEA928746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289;p62">
              <a:extLst>
                <a:ext uri="{FF2B5EF4-FFF2-40B4-BE49-F238E27FC236}">
                  <a16:creationId xmlns:a16="http://schemas.microsoft.com/office/drawing/2014/main" id="{2314F042-07C4-06DD-352E-6299CFDC255A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290;p62">
              <a:extLst>
                <a:ext uri="{FF2B5EF4-FFF2-40B4-BE49-F238E27FC236}">
                  <a16:creationId xmlns:a16="http://schemas.microsoft.com/office/drawing/2014/main" id="{B1EE447F-4097-308F-3386-D61707FF9747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291;p62">
              <a:extLst>
                <a:ext uri="{FF2B5EF4-FFF2-40B4-BE49-F238E27FC236}">
                  <a16:creationId xmlns:a16="http://schemas.microsoft.com/office/drawing/2014/main" id="{42B5BD26-C32A-046D-9BE1-C4057EB9FF66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292;p62">
              <a:extLst>
                <a:ext uri="{FF2B5EF4-FFF2-40B4-BE49-F238E27FC236}">
                  <a16:creationId xmlns:a16="http://schemas.microsoft.com/office/drawing/2014/main" id="{DF2A18B4-FDD7-308C-F9C1-17851E991085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293;p62">
              <a:extLst>
                <a:ext uri="{FF2B5EF4-FFF2-40B4-BE49-F238E27FC236}">
                  <a16:creationId xmlns:a16="http://schemas.microsoft.com/office/drawing/2014/main" id="{67D261C0-F88A-822A-9123-9FF0AF14ECB2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6280;p62">
            <a:extLst>
              <a:ext uri="{FF2B5EF4-FFF2-40B4-BE49-F238E27FC236}">
                <a16:creationId xmlns:a16="http://schemas.microsoft.com/office/drawing/2014/main" id="{19830152-74B6-48C3-352A-336FFEB3C2B5}"/>
              </a:ext>
            </a:extLst>
          </p:cNvPr>
          <p:cNvGrpSpPr/>
          <p:nvPr/>
        </p:nvGrpSpPr>
        <p:grpSpPr>
          <a:xfrm>
            <a:off x="5005257" y="3171221"/>
            <a:ext cx="309557" cy="244512"/>
            <a:chOff x="6988887" y="1538854"/>
            <a:chExt cx="499920" cy="300136"/>
          </a:xfrm>
        </p:grpSpPr>
        <p:sp>
          <p:nvSpPr>
            <p:cNvPr id="63" name="Google Shape;16281;p62">
              <a:extLst>
                <a:ext uri="{FF2B5EF4-FFF2-40B4-BE49-F238E27FC236}">
                  <a16:creationId xmlns:a16="http://schemas.microsoft.com/office/drawing/2014/main" id="{BD3AF40F-9B8C-FDDE-FB37-FC8D37822054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282;p62">
              <a:extLst>
                <a:ext uri="{FF2B5EF4-FFF2-40B4-BE49-F238E27FC236}">
                  <a16:creationId xmlns:a16="http://schemas.microsoft.com/office/drawing/2014/main" id="{104FC980-82DD-E2D9-0132-FBFEB5B4A470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283;p62">
              <a:extLst>
                <a:ext uri="{FF2B5EF4-FFF2-40B4-BE49-F238E27FC236}">
                  <a16:creationId xmlns:a16="http://schemas.microsoft.com/office/drawing/2014/main" id="{FA3C4406-3C91-0B3B-BEF7-78E9138F3B65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284;p62">
              <a:extLst>
                <a:ext uri="{FF2B5EF4-FFF2-40B4-BE49-F238E27FC236}">
                  <a16:creationId xmlns:a16="http://schemas.microsoft.com/office/drawing/2014/main" id="{0F9F1BA5-FB16-8F1B-B146-CF3F320B6569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285;p62">
              <a:extLst>
                <a:ext uri="{FF2B5EF4-FFF2-40B4-BE49-F238E27FC236}">
                  <a16:creationId xmlns:a16="http://schemas.microsoft.com/office/drawing/2014/main" id="{D653BC6E-5335-A9AC-F866-BAC299F7203C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286;p62">
              <a:extLst>
                <a:ext uri="{FF2B5EF4-FFF2-40B4-BE49-F238E27FC236}">
                  <a16:creationId xmlns:a16="http://schemas.microsoft.com/office/drawing/2014/main" id="{F5796ADA-2A18-1836-787F-9D9AF92A07F8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287;p62">
              <a:extLst>
                <a:ext uri="{FF2B5EF4-FFF2-40B4-BE49-F238E27FC236}">
                  <a16:creationId xmlns:a16="http://schemas.microsoft.com/office/drawing/2014/main" id="{C5DD6E46-DFB4-8460-ACA1-7C1999228340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288;p62">
              <a:extLst>
                <a:ext uri="{FF2B5EF4-FFF2-40B4-BE49-F238E27FC236}">
                  <a16:creationId xmlns:a16="http://schemas.microsoft.com/office/drawing/2014/main" id="{8DB504CE-6B3A-D18E-EF73-DD0FEA8D7912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289;p62">
              <a:extLst>
                <a:ext uri="{FF2B5EF4-FFF2-40B4-BE49-F238E27FC236}">
                  <a16:creationId xmlns:a16="http://schemas.microsoft.com/office/drawing/2014/main" id="{316EAF7E-C387-A635-15A8-077FA8408BB8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290;p62">
              <a:extLst>
                <a:ext uri="{FF2B5EF4-FFF2-40B4-BE49-F238E27FC236}">
                  <a16:creationId xmlns:a16="http://schemas.microsoft.com/office/drawing/2014/main" id="{745A4CE4-C0B1-1D1F-4077-51194077F201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291;p62">
              <a:extLst>
                <a:ext uri="{FF2B5EF4-FFF2-40B4-BE49-F238E27FC236}">
                  <a16:creationId xmlns:a16="http://schemas.microsoft.com/office/drawing/2014/main" id="{D610D788-2AF1-8F4E-355D-5DB665B303CA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292;p62">
              <a:extLst>
                <a:ext uri="{FF2B5EF4-FFF2-40B4-BE49-F238E27FC236}">
                  <a16:creationId xmlns:a16="http://schemas.microsoft.com/office/drawing/2014/main" id="{E4E4F1FD-1292-D89E-6B0A-5F27FC65231D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293;p62">
              <a:extLst>
                <a:ext uri="{FF2B5EF4-FFF2-40B4-BE49-F238E27FC236}">
                  <a16:creationId xmlns:a16="http://schemas.microsoft.com/office/drawing/2014/main" id="{0C36B19C-9B88-2B1F-1711-364222DAB668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6" name="Google Shape;16280;p62">
            <a:extLst>
              <a:ext uri="{FF2B5EF4-FFF2-40B4-BE49-F238E27FC236}">
                <a16:creationId xmlns:a16="http://schemas.microsoft.com/office/drawing/2014/main" id="{5BA73641-FA18-D8D0-0606-DD6C3053145D}"/>
              </a:ext>
            </a:extLst>
          </p:cNvPr>
          <p:cNvGrpSpPr/>
          <p:nvPr/>
        </p:nvGrpSpPr>
        <p:grpSpPr>
          <a:xfrm>
            <a:off x="4698840" y="1998858"/>
            <a:ext cx="612833" cy="807126"/>
            <a:chOff x="6499111" y="848251"/>
            <a:chExt cx="989696" cy="990739"/>
          </a:xfrm>
        </p:grpSpPr>
        <p:sp>
          <p:nvSpPr>
            <p:cNvPr id="1677" name="Google Shape;16281;p62">
              <a:extLst>
                <a:ext uri="{FF2B5EF4-FFF2-40B4-BE49-F238E27FC236}">
                  <a16:creationId xmlns:a16="http://schemas.microsoft.com/office/drawing/2014/main" id="{E207639D-2F38-2BD7-089D-F7FD4C12D17A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282;p62">
              <a:extLst>
                <a:ext uri="{FF2B5EF4-FFF2-40B4-BE49-F238E27FC236}">
                  <a16:creationId xmlns:a16="http://schemas.microsoft.com/office/drawing/2014/main" id="{2AE05A0A-3318-363E-2680-1BD8DFD6B4BF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283;p62">
              <a:extLst>
                <a:ext uri="{FF2B5EF4-FFF2-40B4-BE49-F238E27FC236}">
                  <a16:creationId xmlns:a16="http://schemas.microsoft.com/office/drawing/2014/main" id="{6F944BAD-1966-9596-B4DE-F347A7C81A40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284;p62">
              <a:extLst>
                <a:ext uri="{FF2B5EF4-FFF2-40B4-BE49-F238E27FC236}">
                  <a16:creationId xmlns:a16="http://schemas.microsoft.com/office/drawing/2014/main" id="{E2E39FBE-3C3F-78BD-994C-8ABD927E78A3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285;p62">
              <a:extLst>
                <a:ext uri="{FF2B5EF4-FFF2-40B4-BE49-F238E27FC236}">
                  <a16:creationId xmlns:a16="http://schemas.microsoft.com/office/drawing/2014/main" id="{2C722933-14B0-D4F4-E1E5-4F7E25C598B2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286;p62">
              <a:extLst>
                <a:ext uri="{FF2B5EF4-FFF2-40B4-BE49-F238E27FC236}">
                  <a16:creationId xmlns:a16="http://schemas.microsoft.com/office/drawing/2014/main" id="{7215AD0F-DB9B-6EA1-5B13-485404290AE8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287;p62">
              <a:extLst>
                <a:ext uri="{FF2B5EF4-FFF2-40B4-BE49-F238E27FC236}">
                  <a16:creationId xmlns:a16="http://schemas.microsoft.com/office/drawing/2014/main" id="{9A42C7C1-5C33-D8DC-918A-20FE73BAAE7A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288;p62">
              <a:extLst>
                <a:ext uri="{FF2B5EF4-FFF2-40B4-BE49-F238E27FC236}">
                  <a16:creationId xmlns:a16="http://schemas.microsoft.com/office/drawing/2014/main" id="{F25FA2B9-2EE9-8361-D3D2-1EBE03069721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289;p62">
              <a:extLst>
                <a:ext uri="{FF2B5EF4-FFF2-40B4-BE49-F238E27FC236}">
                  <a16:creationId xmlns:a16="http://schemas.microsoft.com/office/drawing/2014/main" id="{3631A9EA-DA56-500E-44C0-AC4AA01CD6FF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290;p62">
              <a:extLst>
                <a:ext uri="{FF2B5EF4-FFF2-40B4-BE49-F238E27FC236}">
                  <a16:creationId xmlns:a16="http://schemas.microsoft.com/office/drawing/2014/main" id="{24DC669D-63CB-0ED1-B037-D96A15E630A9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291;p62">
              <a:extLst>
                <a:ext uri="{FF2B5EF4-FFF2-40B4-BE49-F238E27FC236}">
                  <a16:creationId xmlns:a16="http://schemas.microsoft.com/office/drawing/2014/main" id="{1EF1BC8A-B47A-D568-9514-5CC69715FE19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292;p62">
              <a:extLst>
                <a:ext uri="{FF2B5EF4-FFF2-40B4-BE49-F238E27FC236}">
                  <a16:creationId xmlns:a16="http://schemas.microsoft.com/office/drawing/2014/main" id="{8134BFD0-D291-3647-8F5D-681860C6999A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293;p62">
              <a:extLst>
                <a:ext uri="{FF2B5EF4-FFF2-40B4-BE49-F238E27FC236}">
                  <a16:creationId xmlns:a16="http://schemas.microsoft.com/office/drawing/2014/main" id="{9046AEDE-DB08-26C6-49A2-CD47CC3FA164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6280;p62">
            <a:extLst>
              <a:ext uri="{FF2B5EF4-FFF2-40B4-BE49-F238E27FC236}">
                <a16:creationId xmlns:a16="http://schemas.microsoft.com/office/drawing/2014/main" id="{CD9DF62F-FB36-F645-022D-151AFD0F4BBC}"/>
              </a:ext>
            </a:extLst>
          </p:cNvPr>
          <p:cNvGrpSpPr/>
          <p:nvPr/>
        </p:nvGrpSpPr>
        <p:grpSpPr>
          <a:xfrm>
            <a:off x="4683341" y="1683411"/>
            <a:ext cx="612833" cy="807126"/>
            <a:chOff x="6499111" y="848251"/>
            <a:chExt cx="989696" cy="990739"/>
          </a:xfrm>
        </p:grpSpPr>
        <p:sp>
          <p:nvSpPr>
            <p:cNvPr id="1691" name="Google Shape;16281;p62">
              <a:extLst>
                <a:ext uri="{FF2B5EF4-FFF2-40B4-BE49-F238E27FC236}">
                  <a16:creationId xmlns:a16="http://schemas.microsoft.com/office/drawing/2014/main" id="{2AC45A05-3851-A2B6-9DE2-00E41E09F209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282;p62">
              <a:extLst>
                <a:ext uri="{FF2B5EF4-FFF2-40B4-BE49-F238E27FC236}">
                  <a16:creationId xmlns:a16="http://schemas.microsoft.com/office/drawing/2014/main" id="{8FB6ADEB-5A4F-64BE-30C3-56199DB5E08D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283;p62">
              <a:extLst>
                <a:ext uri="{FF2B5EF4-FFF2-40B4-BE49-F238E27FC236}">
                  <a16:creationId xmlns:a16="http://schemas.microsoft.com/office/drawing/2014/main" id="{8EEFE40C-3544-B139-A2A8-B68D64E2FAEC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284;p62">
              <a:extLst>
                <a:ext uri="{FF2B5EF4-FFF2-40B4-BE49-F238E27FC236}">
                  <a16:creationId xmlns:a16="http://schemas.microsoft.com/office/drawing/2014/main" id="{8C02EDCB-8CF0-65F6-58DC-6F46182ADC12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285;p62">
              <a:extLst>
                <a:ext uri="{FF2B5EF4-FFF2-40B4-BE49-F238E27FC236}">
                  <a16:creationId xmlns:a16="http://schemas.microsoft.com/office/drawing/2014/main" id="{DA8E4514-E428-8E07-5FD3-E0DBA9617E18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286;p62">
              <a:extLst>
                <a:ext uri="{FF2B5EF4-FFF2-40B4-BE49-F238E27FC236}">
                  <a16:creationId xmlns:a16="http://schemas.microsoft.com/office/drawing/2014/main" id="{29C4A674-8DA2-9C99-A087-BB36C65FC626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287;p62">
              <a:extLst>
                <a:ext uri="{FF2B5EF4-FFF2-40B4-BE49-F238E27FC236}">
                  <a16:creationId xmlns:a16="http://schemas.microsoft.com/office/drawing/2014/main" id="{6DA1828F-CC94-7C17-5EFD-05A2EBA37582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288;p62">
              <a:extLst>
                <a:ext uri="{FF2B5EF4-FFF2-40B4-BE49-F238E27FC236}">
                  <a16:creationId xmlns:a16="http://schemas.microsoft.com/office/drawing/2014/main" id="{309DBC45-E4E3-C007-3F02-01799BDA2D97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6289;p62">
              <a:extLst>
                <a:ext uri="{FF2B5EF4-FFF2-40B4-BE49-F238E27FC236}">
                  <a16:creationId xmlns:a16="http://schemas.microsoft.com/office/drawing/2014/main" id="{4FDF027B-0A80-1A66-16CC-13EEC18B7B18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6290;p62">
              <a:extLst>
                <a:ext uri="{FF2B5EF4-FFF2-40B4-BE49-F238E27FC236}">
                  <a16:creationId xmlns:a16="http://schemas.microsoft.com/office/drawing/2014/main" id="{F9449CF8-27D0-63A8-BB9D-4D6EB7C365D9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6291;p62">
              <a:extLst>
                <a:ext uri="{FF2B5EF4-FFF2-40B4-BE49-F238E27FC236}">
                  <a16:creationId xmlns:a16="http://schemas.microsoft.com/office/drawing/2014/main" id="{601D7B6E-F049-FEC4-70D3-E3E57B27E739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3" name="Google Shape;16292;p62">
              <a:extLst>
                <a:ext uri="{FF2B5EF4-FFF2-40B4-BE49-F238E27FC236}">
                  <a16:creationId xmlns:a16="http://schemas.microsoft.com/office/drawing/2014/main" id="{DC40F71F-B462-DEA0-69EC-4A132110EA3B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6293;p62">
              <a:extLst>
                <a:ext uri="{FF2B5EF4-FFF2-40B4-BE49-F238E27FC236}">
                  <a16:creationId xmlns:a16="http://schemas.microsoft.com/office/drawing/2014/main" id="{007E7C5A-D1BB-D84A-D2F4-3DE569489A25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6" name="Szövegdoboz 1705">
            <a:extLst>
              <a:ext uri="{FF2B5EF4-FFF2-40B4-BE49-F238E27FC236}">
                <a16:creationId xmlns:a16="http://schemas.microsoft.com/office/drawing/2014/main" id="{A9324036-5A02-5167-7C57-080CD07070E2}"/>
              </a:ext>
            </a:extLst>
          </p:cNvPr>
          <p:cNvSpPr txBox="1"/>
          <p:nvPr/>
        </p:nvSpPr>
        <p:spPr>
          <a:xfrm>
            <a:off x="2472191" y="2130766"/>
            <a:ext cx="2533066" cy="2569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400" dirty="0"/>
              <a:t>DHCP</a:t>
            </a:r>
          </a:p>
          <a:p>
            <a:pPr algn="r">
              <a:lnSpc>
                <a:spcPct val="150000"/>
              </a:lnSpc>
            </a:pPr>
            <a:r>
              <a:rPr lang="en-US" sz="1400" dirty="0"/>
              <a:t>Wireless connection</a:t>
            </a:r>
          </a:p>
          <a:p>
            <a:pPr algn="r">
              <a:lnSpc>
                <a:spcPct val="150000"/>
              </a:lnSpc>
            </a:pPr>
            <a:r>
              <a:rPr lang="en-US" sz="1400" dirty="0"/>
              <a:t>VLAN</a:t>
            </a:r>
          </a:p>
          <a:p>
            <a:pPr algn="r">
              <a:lnSpc>
                <a:spcPct val="150000"/>
              </a:lnSpc>
            </a:pPr>
            <a:r>
              <a:rPr lang="en-US" sz="1400" dirty="0"/>
              <a:t>OSPF</a:t>
            </a:r>
          </a:p>
          <a:p>
            <a:pPr algn="r">
              <a:lnSpc>
                <a:spcPct val="150000"/>
              </a:lnSpc>
            </a:pPr>
            <a:r>
              <a:rPr lang="en-US" sz="1400" dirty="0"/>
              <a:t>SSH</a:t>
            </a:r>
          </a:p>
          <a:p>
            <a:pPr algn="r">
              <a:lnSpc>
                <a:spcPct val="150000"/>
              </a:lnSpc>
            </a:pPr>
            <a:r>
              <a:rPr lang="en-US" sz="1400" dirty="0"/>
              <a:t>Static routing</a:t>
            </a:r>
          </a:p>
          <a:p>
            <a:pPr algn="r">
              <a:lnSpc>
                <a:spcPct val="150000"/>
              </a:lnSpc>
            </a:pPr>
            <a:r>
              <a:rPr lang="en-US" sz="1400" dirty="0"/>
              <a:t>Dynamic NAT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26700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>
          <a:extLst>
            <a:ext uri="{FF2B5EF4-FFF2-40B4-BE49-F238E27FC236}">
              <a16:creationId xmlns:a16="http://schemas.microsoft.com/office/drawing/2014/main" id="{5F4372F5-499B-4C45-DD1A-73835D94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>
            <a:extLst>
              <a:ext uri="{FF2B5EF4-FFF2-40B4-BE49-F238E27FC236}">
                <a16:creationId xmlns:a16="http://schemas.microsoft.com/office/drawing/2014/main" id="{77A7B42E-E8DD-64A5-7155-1FEF4BC9E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38400" y="440875"/>
            <a:ext cx="305253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Server room</a:t>
            </a:r>
            <a:br>
              <a:rPr lang="en-US" dirty="0"/>
            </a:br>
            <a:endParaRPr dirty="0"/>
          </a:p>
        </p:txBody>
      </p:sp>
      <p:sp>
        <p:nvSpPr>
          <p:cNvPr id="24" name="Google Shape;1693;p32">
            <a:extLst>
              <a:ext uri="{FF2B5EF4-FFF2-40B4-BE49-F238E27FC236}">
                <a16:creationId xmlns:a16="http://schemas.microsoft.com/office/drawing/2014/main" id="{146D5B54-A8F0-D2DD-03AC-6CF730C34C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60656" y="469662"/>
            <a:ext cx="3270544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 dirty="0"/>
              <a:t>The center of the network, where the servers, routers and multilayer switches are located.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DHCP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HTTP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FTP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IOT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OSPF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Static NAT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 VLAN</a:t>
            </a:r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/>
          </a:p>
          <a:p>
            <a:pPr marL="0" indent="0" algn="just"/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Kép 3" descr="A képen szöveg, képernyőkép, sor, diagram látható">
            <a:extLst>
              <a:ext uri="{FF2B5EF4-FFF2-40B4-BE49-F238E27FC236}">
                <a16:creationId xmlns:a16="http://schemas.microsoft.com/office/drawing/2014/main" id="{15E79AE4-C42E-A376-58F3-FC35146CA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557" y="1558787"/>
            <a:ext cx="4324373" cy="2025925"/>
          </a:xfrm>
          <a:prstGeom prst="roundRect">
            <a:avLst>
              <a:gd name="adj" fmla="val 1285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5" name="Google Shape;16280;p62">
            <a:extLst>
              <a:ext uri="{FF2B5EF4-FFF2-40B4-BE49-F238E27FC236}">
                <a16:creationId xmlns:a16="http://schemas.microsoft.com/office/drawing/2014/main" id="{FCE97D45-783D-8BC2-F3C9-B0532916CD1E}"/>
              </a:ext>
            </a:extLst>
          </p:cNvPr>
          <p:cNvGrpSpPr/>
          <p:nvPr/>
        </p:nvGrpSpPr>
        <p:grpSpPr>
          <a:xfrm>
            <a:off x="360624" y="2380989"/>
            <a:ext cx="612833" cy="807126"/>
            <a:chOff x="6499111" y="848251"/>
            <a:chExt cx="989696" cy="990739"/>
          </a:xfrm>
        </p:grpSpPr>
        <p:sp>
          <p:nvSpPr>
            <p:cNvPr id="6" name="Google Shape;16281;p62">
              <a:extLst>
                <a:ext uri="{FF2B5EF4-FFF2-40B4-BE49-F238E27FC236}">
                  <a16:creationId xmlns:a16="http://schemas.microsoft.com/office/drawing/2014/main" id="{E7DFEBE7-4C52-EB92-B3D2-83FB6BB126AF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282;p62">
              <a:extLst>
                <a:ext uri="{FF2B5EF4-FFF2-40B4-BE49-F238E27FC236}">
                  <a16:creationId xmlns:a16="http://schemas.microsoft.com/office/drawing/2014/main" id="{C81DCE17-D5D9-092C-A9A8-6E608ADC38C0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283;p62">
              <a:extLst>
                <a:ext uri="{FF2B5EF4-FFF2-40B4-BE49-F238E27FC236}">
                  <a16:creationId xmlns:a16="http://schemas.microsoft.com/office/drawing/2014/main" id="{65784311-01E5-EA61-5F17-9F5194554B4E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284;p62">
              <a:extLst>
                <a:ext uri="{FF2B5EF4-FFF2-40B4-BE49-F238E27FC236}">
                  <a16:creationId xmlns:a16="http://schemas.microsoft.com/office/drawing/2014/main" id="{88FF4406-07EB-444E-C141-39991678F2F7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285;p62">
              <a:extLst>
                <a:ext uri="{FF2B5EF4-FFF2-40B4-BE49-F238E27FC236}">
                  <a16:creationId xmlns:a16="http://schemas.microsoft.com/office/drawing/2014/main" id="{4B57AB49-119D-85D9-DBC1-2FF6CCB174A6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286;p62">
              <a:extLst>
                <a:ext uri="{FF2B5EF4-FFF2-40B4-BE49-F238E27FC236}">
                  <a16:creationId xmlns:a16="http://schemas.microsoft.com/office/drawing/2014/main" id="{438BDCC7-5D3F-AFAE-9A37-8FB4895C860F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287;p62">
              <a:extLst>
                <a:ext uri="{FF2B5EF4-FFF2-40B4-BE49-F238E27FC236}">
                  <a16:creationId xmlns:a16="http://schemas.microsoft.com/office/drawing/2014/main" id="{74B83BE4-E88A-F401-E378-EB00A680C89E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88;p62">
              <a:extLst>
                <a:ext uri="{FF2B5EF4-FFF2-40B4-BE49-F238E27FC236}">
                  <a16:creationId xmlns:a16="http://schemas.microsoft.com/office/drawing/2014/main" id="{86BD6493-F782-AEE3-691B-8DC2533EE8AC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289;p62">
              <a:extLst>
                <a:ext uri="{FF2B5EF4-FFF2-40B4-BE49-F238E27FC236}">
                  <a16:creationId xmlns:a16="http://schemas.microsoft.com/office/drawing/2014/main" id="{AEE15FC4-6D94-A93F-DC20-35EB356013C1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290;p62">
              <a:extLst>
                <a:ext uri="{FF2B5EF4-FFF2-40B4-BE49-F238E27FC236}">
                  <a16:creationId xmlns:a16="http://schemas.microsoft.com/office/drawing/2014/main" id="{72EB23B3-3010-111E-B65C-C872EE12E765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291;p62">
              <a:extLst>
                <a:ext uri="{FF2B5EF4-FFF2-40B4-BE49-F238E27FC236}">
                  <a16:creationId xmlns:a16="http://schemas.microsoft.com/office/drawing/2014/main" id="{79D54B21-CF50-802A-E9E3-CE08BBAE1805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6292;p62">
              <a:extLst>
                <a:ext uri="{FF2B5EF4-FFF2-40B4-BE49-F238E27FC236}">
                  <a16:creationId xmlns:a16="http://schemas.microsoft.com/office/drawing/2014/main" id="{E7B2F88B-4543-119C-C172-DD46969B16E2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293;p62">
              <a:extLst>
                <a:ext uri="{FF2B5EF4-FFF2-40B4-BE49-F238E27FC236}">
                  <a16:creationId xmlns:a16="http://schemas.microsoft.com/office/drawing/2014/main" id="{EB62416E-DE90-7E53-0230-E03142CA0FD2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6280;p62">
            <a:extLst>
              <a:ext uri="{FF2B5EF4-FFF2-40B4-BE49-F238E27FC236}">
                <a16:creationId xmlns:a16="http://schemas.microsoft.com/office/drawing/2014/main" id="{B1646014-CA99-F0D7-5740-70517B05DFEA}"/>
              </a:ext>
            </a:extLst>
          </p:cNvPr>
          <p:cNvGrpSpPr/>
          <p:nvPr/>
        </p:nvGrpSpPr>
        <p:grpSpPr>
          <a:xfrm>
            <a:off x="657064" y="3691288"/>
            <a:ext cx="309557" cy="244512"/>
            <a:chOff x="6988887" y="1538854"/>
            <a:chExt cx="499920" cy="300136"/>
          </a:xfrm>
        </p:grpSpPr>
        <p:sp>
          <p:nvSpPr>
            <p:cNvPr id="20" name="Google Shape;16281;p62">
              <a:extLst>
                <a:ext uri="{FF2B5EF4-FFF2-40B4-BE49-F238E27FC236}">
                  <a16:creationId xmlns:a16="http://schemas.microsoft.com/office/drawing/2014/main" id="{5F90B335-E922-196E-2EE7-3F364DE798F6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282;p62">
              <a:extLst>
                <a:ext uri="{FF2B5EF4-FFF2-40B4-BE49-F238E27FC236}">
                  <a16:creationId xmlns:a16="http://schemas.microsoft.com/office/drawing/2014/main" id="{A5A0C986-8E64-9B7D-C4D9-E1ABC34D5F2B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283;p62">
              <a:extLst>
                <a:ext uri="{FF2B5EF4-FFF2-40B4-BE49-F238E27FC236}">
                  <a16:creationId xmlns:a16="http://schemas.microsoft.com/office/drawing/2014/main" id="{4C63C2D4-8D1E-DE86-C2BF-4116FA8CC53F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284;p62">
              <a:extLst>
                <a:ext uri="{FF2B5EF4-FFF2-40B4-BE49-F238E27FC236}">
                  <a16:creationId xmlns:a16="http://schemas.microsoft.com/office/drawing/2014/main" id="{A1971EB8-2834-D148-BFEA-25D7FA485480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285;p62">
              <a:extLst>
                <a:ext uri="{FF2B5EF4-FFF2-40B4-BE49-F238E27FC236}">
                  <a16:creationId xmlns:a16="http://schemas.microsoft.com/office/drawing/2014/main" id="{77E8FFB2-D59D-4829-12B8-38732CCB7E40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286;p62">
              <a:extLst>
                <a:ext uri="{FF2B5EF4-FFF2-40B4-BE49-F238E27FC236}">
                  <a16:creationId xmlns:a16="http://schemas.microsoft.com/office/drawing/2014/main" id="{B1313B67-25D0-B8F4-0495-0A1E20C347F0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287;p62">
              <a:extLst>
                <a:ext uri="{FF2B5EF4-FFF2-40B4-BE49-F238E27FC236}">
                  <a16:creationId xmlns:a16="http://schemas.microsoft.com/office/drawing/2014/main" id="{16278D6D-AFA9-A7CC-C794-2A7F4152C2A5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288;p62">
              <a:extLst>
                <a:ext uri="{FF2B5EF4-FFF2-40B4-BE49-F238E27FC236}">
                  <a16:creationId xmlns:a16="http://schemas.microsoft.com/office/drawing/2014/main" id="{B4F02975-0004-2ED4-51CA-0326343FE4C1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289;p62">
              <a:extLst>
                <a:ext uri="{FF2B5EF4-FFF2-40B4-BE49-F238E27FC236}">
                  <a16:creationId xmlns:a16="http://schemas.microsoft.com/office/drawing/2014/main" id="{7C37F675-D611-D366-40FE-895F323F8AD8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290;p62">
              <a:extLst>
                <a:ext uri="{FF2B5EF4-FFF2-40B4-BE49-F238E27FC236}">
                  <a16:creationId xmlns:a16="http://schemas.microsoft.com/office/drawing/2014/main" id="{425C2A94-F692-C256-2E21-AA33F05F75DE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291;p62">
              <a:extLst>
                <a:ext uri="{FF2B5EF4-FFF2-40B4-BE49-F238E27FC236}">
                  <a16:creationId xmlns:a16="http://schemas.microsoft.com/office/drawing/2014/main" id="{82D48C2F-52EA-7861-93B3-75FDB5F97142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292;p62">
              <a:extLst>
                <a:ext uri="{FF2B5EF4-FFF2-40B4-BE49-F238E27FC236}">
                  <a16:creationId xmlns:a16="http://schemas.microsoft.com/office/drawing/2014/main" id="{23F068E7-D118-8BEA-5093-7F36677BACD0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293;p62">
              <a:extLst>
                <a:ext uri="{FF2B5EF4-FFF2-40B4-BE49-F238E27FC236}">
                  <a16:creationId xmlns:a16="http://schemas.microsoft.com/office/drawing/2014/main" id="{A170FE26-1E5F-BDED-FE29-67B7873284CF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6280;p62">
            <a:extLst>
              <a:ext uri="{FF2B5EF4-FFF2-40B4-BE49-F238E27FC236}">
                <a16:creationId xmlns:a16="http://schemas.microsoft.com/office/drawing/2014/main" id="{5E0619C7-787B-8534-13D2-14F268E069C5}"/>
              </a:ext>
            </a:extLst>
          </p:cNvPr>
          <p:cNvGrpSpPr/>
          <p:nvPr/>
        </p:nvGrpSpPr>
        <p:grpSpPr>
          <a:xfrm>
            <a:off x="663900" y="4037701"/>
            <a:ext cx="309557" cy="244512"/>
            <a:chOff x="6988887" y="1538854"/>
            <a:chExt cx="499920" cy="300136"/>
          </a:xfrm>
        </p:grpSpPr>
        <p:sp>
          <p:nvSpPr>
            <p:cNvPr id="35" name="Google Shape;16281;p62">
              <a:extLst>
                <a:ext uri="{FF2B5EF4-FFF2-40B4-BE49-F238E27FC236}">
                  <a16:creationId xmlns:a16="http://schemas.microsoft.com/office/drawing/2014/main" id="{D8DDCD85-3C83-9E92-9507-EA5750CEF5F7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82;p62">
              <a:extLst>
                <a:ext uri="{FF2B5EF4-FFF2-40B4-BE49-F238E27FC236}">
                  <a16:creationId xmlns:a16="http://schemas.microsoft.com/office/drawing/2014/main" id="{B2E93002-B46F-11F4-AF57-736CB2DD8098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83;p62">
              <a:extLst>
                <a:ext uri="{FF2B5EF4-FFF2-40B4-BE49-F238E27FC236}">
                  <a16:creationId xmlns:a16="http://schemas.microsoft.com/office/drawing/2014/main" id="{1F2B6C37-86E7-B4F3-3FF3-BF7D17C58BD1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84;p62">
              <a:extLst>
                <a:ext uri="{FF2B5EF4-FFF2-40B4-BE49-F238E27FC236}">
                  <a16:creationId xmlns:a16="http://schemas.microsoft.com/office/drawing/2014/main" id="{09A28728-6B10-C365-A1F1-56105C2DE2AB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85;p62">
              <a:extLst>
                <a:ext uri="{FF2B5EF4-FFF2-40B4-BE49-F238E27FC236}">
                  <a16:creationId xmlns:a16="http://schemas.microsoft.com/office/drawing/2014/main" id="{5EEE4789-8114-ED8B-979B-20ECDA08B5C6}"/>
                </a:ext>
              </a:extLst>
            </p:cNvPr>
            <p:cNvSpPr/>
            <p:nvPr/>
          </p:nvSpPr>
          <p:spPr>
            <a:xfrm>
              <a:off x="7052826" y="1562317"/>
              <a:ext cx="372776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6286;p62">
              <a:extLst>
                <a:ext uri="{FF2B5EF4-FFF2-40B4-BE49-F238E27FC236}">
                  <a16:creationId xmlns:a16="http://schemas.microsoft.com/office/drawing/2014/main" id="{765B7C0E-B355-A5B8-4F33-D279CAA64D6F}"/>
                </a:ext>
              </a:extLst>
            </p:cNvPr>
            <p:cNvSpPr/>
            <p:nvPr/>
          </p:nvSpPr>
          <p:spPr>
            <a:xfrm>
              <a:off x="7052828" y="1562319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87;p62">
              <a:extLst>
                <a:ext uri="{FF2B5EF4-FFF2-40B4-BE49-F238E27FC236}">
                  <a16:creationId xmlns:a16="http://schemas.microsoft.com/office/drawing/2014/main" id="{AC5380B8-312D-803A-11D2-231004EAD8D9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88;p62">
              <a:extLst>
                <a:ext uri="{FF2B5EF4-FFF2-40B4-BE49-F238E27FC236}">
                  <a16:creationId xmlns:a16="http://schemas.microsoft.com/office/drawing/2014/main" id="{CB7DB696-C4E2-82FD-5909-EB2E7E01960B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89;p62">
              <a:extLst>
                <a:ext uri="{FF2B5EF4-FFF2-40B4-BE49-F238E27FC236}">
                  <a16:creationId xmlns:a16="http://schemas.microsoft.com/office/drawing/2014/main" id="{188BCA45-3F63-6001-09EC-6082DBEB648E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90;p62">
              <a:extLst>
                <a:ext uri="{FF2B5EF4-FFF2-40B4-BE49-F238E27FC236}">
                  <a16:creationId xmlns:a16="http://schemas.microsoft.com/office/drawing/2014/main" id="{1CB2A277-D975-B50B-B221-CC4220D637DA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1;p62">
              <a:extLst>
                <a:ext uri="{FF2B5EF4-FFF2-40B4-BE49-F238E27FC236}">
                  <a16:creationId xmlns:a16="http://schemas.microsoft.com/office/drawing/2014/main" id="{AFBD16C5-1AFF-C00B-E0B8-FAAB84100265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292;p62">
              <a:extLst>
                <a:ext uri="{FF2B5EF4-FFF2-40B4-BE49-F238E27FC236}">
                  <a16:creationId xmlns:a16="http://schemas.microsoft.com/office/drawing/2014/main" id="{A3FF2476-14EE-9A92-B01D-D43326C510A6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293;p62">
              <a:extLst>
                <a:ext uri="{FF2B5EF4-FFF2-40B4-BE49-F238E27FC236}">
                  <a16:creationId xmlns:a16="http://schemas.microsoft.com/office/drawing/2014/main" id="{7AC1F859-97FC-CD5A-AA7D-FA832D2ADAEE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8" name="Google Shape;16280;p62">
            <a:extLst>
              <a:ext uri="{FF2B5EF4-FFF2-40B4-BE49-F238E27FC236}">
                <a16:creationId xmlns:a16="http://schemas.microsoft.com/office/drawing/2014/main" id="{3C76E4E9-1BCA-D73F-4396-A10BC87180A3}"/>
              </a:ext>
            </a:extLst>
          </p:cNvPr>
          <p:cNvGrpSpPr/>
          <p:nvPr/>
        </p:nvGrpSpPr>
        <p:grpSpPr>
          <a:xfrm>
            <a:off x="657064" y="4386113"/>
            <a:ext cx="309557" cy="244512"/>
            <a:chOff x="6988887" y="1538854"/>
            <a:chExt cx="499920" cy="300136"/>
          </a:xfrm>
        </p:grpSpPr>
        <p:sp>
          <p:nvSpPr>
            <p:cNvPr id="49" name="Google Shape;16281;p62">
              <a:extLst>
                <a:ext uri="{FF2B5EF4-FFF2-40B4-BE49-F238E27FC236}">
                  <a16:creationId xmlns:a16="http://schemas.microsoft.com/office/drawing/2014/main" id="{58056859-F15C-54D8-71B0-092FE557F22A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282;p62">
              <a:extLst>
                <a:ext uri="{FF2B5EF4-FFF2-40B4-BE49-F238E27FC236}">
                  <a16:creationId xmlns:a16="http://schemas.microsoft.com/office/drawing/2014/main" id="{F692A499-6749-669E-7C02-B9D93B107DED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283;p62">
              <a:extLst>
                <a:ext uri="{FF2B5EF4-FFF2-40B4-BE49-F238E27FC236}">
                  <a16:creationId xmlns:a16="http://schemas.microsoft.com/office/drawing/2014/main" id="{EF9AAC6C-A6EF-333F-162E-C00433833D30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284;p62">
              <a:extLst>
                <a:ext uri="{FF2B5EF4-FFF2-40B4-BE49-F238E27FC236}">
                  <a16:creationId xmlns:a16="http://schemas.microsoft.com/office/drawing/2014/main" id="{1BC7D99C-826D-1736-F70C-804AA7988017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285;p62">
              <a:extLst>
                <a:ext uri="{FF2B5EF4-FFF2-40B4-BE49-F238E27FC236}">
                  <a16:creationId xmlns:a16="http://schemas.microsoft.com/office/drawing/2014/main" id="{9C2243DB-2CC5-6204-5AC1-BA85D781170F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286;p62">
              <a:extLst>
                <a:ext uri="{FF2B5EF4-FFF2-40B4-BE49-F238E27FC236}">
                  <a16:creationId xmlns:a16="http://schemas.microsoft.com/office/drawing/2014/main" id="{E6D44A46-B3CD-A546-97CA-B0A639BC0374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287;p62">
              <a:extLst>
                <a:ext uri="{FF2B5EF4-FFF2-40B4-BE49-F238E27FC236}">
                  <a16:creationId xmlns:a16="http://schemas.microsoft.com/office/drawing/2014/main" id="{972EB820-1F7B-50CC-B0B6-196EFBC4B7FA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288;p62">
              <a:extLst>
                <a:ext uri="{FF2B5EF4-FFF2-40B4-BE49-F238E27FC236}">
                  <a16:creationId xmlns:a16="http://schemas.microsoft.com/office/drawing/2014/main" id="{41BE574A-3667-0394-40CB-4717C9527700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289;p62">
              <a:extLst>
                <a:ext uri="{FF2B5EF4-FFF2-40B4-BE49-F238E27FC236}">
                  <a16:creationId xmlns:a16="http://schemas.microsoft.com/office/drawing/2014/main" id="{1A51F2C9-141C-47AD-B3E2-C739CD95ED2D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290;p62">
              <a:extLst>
                <a:ext uri="{FF2B5EF4-FFF2-40B4-BE49-F238E27FC236}">
                  <a16:creationId xmlns:a16="http://schemas.microsoft.com/office/drawing/2014/main" id="{FC364BED-2A02-8A48-B4D2-FE84BBC6EA91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291;p62">
              <a:extLst>
                <a:ext uri="{FF2B5EF4-FFF2-40B4-BE49-F238E27FC236}">
                  <a16:creationId xmlns:a16="http://schemas.microsoft.com/office/drawing/2014/main" id="{D6039CB8-92B7-FE28-ED28-DA363283E596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292;p62">
              <a:extLst>
                <a:ext uri="{FF2B5EF4-FFF2-40B4-BE49-F238E27FC236}">
                  <a16:creationId xmlns:a16="http://schemas.microsoft.com/office/drawing/2014/main" id="{D08DD34F-951D-2973-2BEE-1ACA983EB4AD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293;p62">
              <a:extLst>
                <a:ext uri="{FF2B5EF4-FFF2-40B4-BE49-F238E27FC236}">
                  <a16:creationId xmlns:a16="http://schemas.microsoft.com/office/drawing/2014/main" id="{4AD0B338-29F7-D9CB-BAA7-CF3E763020B1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6280;p62">
            <a:extLst>
              <a:ext uri="{FF2B5EF4-FFF2-40B4-BE49-F238E27FC236}">
                <a16:creationId xmlns:a16="http://schemas.microsoft.com/office/drawing/2014/main" id="{B0A11170-C0AA-9BB1-7664-1B6E89C15839}"/>
              </a:ext>
            </a:extLst>
          </p:cNvPr>
          <p:cNvGrpSpPr/>
          <p:nvPr/>
        </p:nvGrpSpPr>
        <p:grpSpPr>
          <a:xfrm>
            <a:off x="657364" y="3305715"/>
            <a:ext cx="309557" cy="244512"/>
            <a:chOff x="6988887" y="1538854"/>
            <a:chExt cx="499920" cy="300136"/>
          </a:xfrm>
        </p:grpSpPr>
        <p:sp>
          <p:nvSpPr>
            <p:cNvPr id="63" name="Google Shape;16281;p62">
              <a:extLst>
                <a:ext uri="{FF2B5EF4-FFF2-40B4-BE49-F238E27FC236}">
                  <a16:creationId xmlns:a16="http://schemas.microsoft.com/office/drawing/2014/main" id="{6A6BD966-0114-0F9D-4671-C8B1EB173242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282;p62">
              <a:extLst>
                <a:ext uri="{FF2B5EF4-FFF2-40B4-BE49-F238E27FC236}">
                  <a16:creationId xmlns:a16="http://schemas.microsoft.com/office/drawing/2014/main" id="{FCE91D5C-A6A6-726F-AFE5-AFD5515ACFA8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283;p62">
              <a:extLst>
                <a:ext uri="{FF2B5EF4-FFF2-40B4-BE49-F238E27FC236}">
                  <a16:creationId xmlns:a16="http://schemas.microsoft.com/office/drawing/2014/main" id="{5B1DDD40-A31D-34F1-726F-5B1E6EF09984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284;p62">
              <a:extLst>
                <a:ext uri="{FF2B5EF4-FFF2-40B4-BE49-F238E27FC236}">
                  <a16:creationId xmlns:a16="http://schemas.microsoft.com/office/drawing/2014/main" id="{D03B1593-B67E-FD75-212F-4D0D41D87CBF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285;p62">
              <a:extLst>
                <a:ext uri="{FF2B5EF4-FFF2-40B4-BE49-F238E27FC236}">
                  <a16:creationId xmlns:a16="http://schemas.microsoft.com/office/drawing/2014/main" id="{9A6C5E67-CFCF-F8A4-9E4F-CC13E1302C46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286;p62">
              <a:extLst>
                <a:ext uri="{FF2B5EF4-FFF2-40B4-BE49-F238E27FC236}">
                  <a16:creationId xmlns:a16="http://schemas.microsoft.com/office/drawing/2014/main" id="{17D952FC-073D-C4AE-1954-2EFD98E063E5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287;p62">
              <a:extLst>
                <a:ext uri="{FF2B5EF4-FFF2-40B4-BE49-F238E27FC236}">
                  <a16:creationId xmlns:a16="http://schemas.microsoft.com/office/drawing/2014/main" id="{9F784417-85CF-0D6E-7E97-17C66BCD203C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288;p62">
              <a:extLst>
                <a:ext uri="{FF2B5EF4-FFF2-40B4-BE49-F238E27FC236}">
                  <a16:creationId xmlns:a16="http://schemas.microsoft.com/office/drawing/2014/main" id="{BFD96055-54F2-0AB0-AEF9-63C4ADF9ADF1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289;p62">
              <a:extLst>
                <a:ext uri="{FF2B5EF4-FFF2-40B4-BE49-F238E27FC236}">
                  <a16:creationId xmlns:a16="http://schemas.microsoft.com/office/drawing/2014/main" id="{A725C826-4615-A969-BAE3-38EB05B62919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290;p62">
              <a:extLst>
                <a:ext uri="{FF2B5EF4-FFF2-40B4-BE49-F238E27FC236}">
                  <a16:creationId xmlns:a16="http://schemas.microsoft.com/office/drawing/2014/main" id="{C3041AF8-8AF6-D12C-4C93-DA4F08583709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291;p62">
              <a:extLst>
                <a:ext uri="{FF2B5EF4-FFF2-40B4-BE49-F238E27FC236}">
                  <a16:creationId xmlns:a16="http://schemas.microsoft.com/office/drawing/2014/main" id="{986F360C-1C44-4F71-93DB-D92BBDD6C024}"/>
                </a:ext>
              </a:extLst>
            </p:cNvPr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292;p62">
              <a:extLst>
                <a:ext uri="{FF2B5EF4-FFF2-40B4-BE49-F238E27FC236}">
                  <a16:creationId xmlns:a16="http://schemas.microsoft.com/office/drawing/2014/main" id="{95C4F339-14FB-3878-9245-82DC1B2C9CF9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293;p62">
              <a:extLst>
                <a:ext uri="{FF2B5EF4-FFF2-40B4-BE49-F238E27FC236}">
                  <a16:creationId xmlns:a16="http://schemas.microsoft.com/office/drawing/2014/main" id="{44F39D50-DD13-B74A-ED8B-F50A86C11E44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6" name="Google Shape;16280;p62">
            <a:extLst>
              <a:ext uri="{FF2B5EF4-FFF2-40B4-BE49-F238E27FC236}">
                <a16:creationId xmlns:a16="http://schemas.microsoft.com/office/drawing/2014/main" id="{EAA0074D-FD95-17BE-DFAD-DD965B9BB3CE}"/>
              </a:ext>
            </a:extLst>
          </p:cNvPr>
          <p:cNvGrpSpPr/>
          <p:nvPr/>
        </p:nvGrpSpPr>
        <p:grpSpPr>
          <a:xfrm>
            <a:off x="368639" y="2008455"/>
            <a:ext cx="612833" cy="807126"/>
            <a:chOff x="6499111" y="848251"/>
            <a:chExt cx="989696" cy="990739"/>
          </a:xfrm>
        </p:grpSpPr>
        <p:sp>
          <p:nvSpPr>
            <p:cNvPr id="1677" name="Google Shape;16281;p62">
              <a:extLst>
                <a:ext uri="{FF2B5EF4-FFF2-40B4-BE49-F238E27FC236}">
                  <a16:creationId xmlns:a16="http://schemas.microsoft.com/office/drawing/2014/main" id="{38FD8C32-2334-FD20-9ED6-518E24DFCA59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282;p62">
              <a:extLst>
                <a:ext uri="{FF2B5EF4-FFF2-40B4-BE49-F238E27FC236}">
                  <a16:creationId xmlns:a16="http://schemas.microsoft.com/office/drawing/2014/main" id="{B21DE164-B820-714D-C921-5F84BC6FB38F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283;p62">
              <a:extLst>
                <a:ext uri="{FF2B5EF4-FFF2-40B4-BE49-F238E27FC236}">
                  <a16:creationId xmlns:a16="http://schemas.microsoft.com/office/drawing/2014/main" id="{49D1DFA9-827A-A3BB-28A2-A36806ED6ADE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284;p62">
              <a:extLst>
                <a:ext uri="{FF2B5EF4-FFF2-40B4-BE49-F238E27FC236}">
                  <a16:creationId xmlns:a16="http://schemas.microsoft.com/office/drawing/2014/main" id="{E94CFD8E-6D6F-8622-856D-C0FE661BAFEA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285;p62">
              <a:extLst>
                <a:ext uri="{FF2B5EF4-FFF2-40B4-BE49-F238E27FC236}">
                  <a16:creationId xmlns:a16="http://schemas.microsoft.com/office/drawing/2014/main" id="{92FAB6D8-5BCF-42C2-345A-95417C56E2C0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286;p62">
              <a:extLst>
                <a:ext uri="{FF2B5EF4-FFF2-40B4-BE49-F238E27FC236}">
                  <a16:creationId xmlns:a16="http://schemas.microsoft.com/office/drawing/2014/main" id="{E9DD47AA-DC84-E235-6953-44CCF2705C44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287;p62">
              <a:extLst>
                <a:ext uri="{FF2B5EF4-FFF2-40B4-BE49-F238E27FC236}">
                  <a16:creationId xmlns:a16="http://schemas.microsoft.com/office/drawing/2014/main" id="{08F9BBCD-0374-7917-064C-03BEE000C138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288;p62">
              <a:extLst>
                <a:ext uri="{FF2B5EF4-FFF2-40B4-BE49-F238E27FC236}">
                  <a16:creationId xmlns:a16="http://schemas.microsoft.com/office/drawing/2014/main" id="{62315BBB-C5E2-1A63-CAB6-8C885B43123B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289;p62">
              <a:extLst>
                <a:ext uri="{FF2B5EF4-FFF2-40B4-BE49-F238E27FC236}">
                  <a16:creationId xmlns:a16="http://schemas.microsoft.com/office/drawing/2014/main" id="{F3814171-9208-F2ED-6DCD-B8AA243D1590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290;p62">
              <a:extLst>
                <a:ext uri="{FF2B5EF4-FFF2-40B4-BE49-F238E27FC236}">
                  <a16:creationId xmlns:a16="http://schemas.microsoft.com/office/drawing/2014/main" id="{4237E861-542E-1570-BC7F-01D121AB7442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291;p62">
              <a:extLst>
                <a:ext uri="{FF2B5EF4-FFF2-40B4-BE49-F238E27FC236}">
                  <a16:creationId xmlns:a16="http://schemas.microsoft.com/office/drawing/2014/main" id="{32FB757C-51A8-8D26-0AE6-4C02A920541A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292;p62">
              <a:extLst>
                <a:ext uri="{FF2B5EF4-FFF2-40B4-BE49-F238E27FC236}">
                  <a16:creationId xmlns:a16="http://schemas.microsoft.com/office/drawing/2014/main" id="{A268D388-6639-9DA0-B643-0A62EC4C8935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293;p62">
              <a:extLst>
                <a:ext uri="{FF2B5EF4-FFF2-40B4-BE49-F238E27FC236}">
                  <a16:creationId xmlns:a16="http://schemas.microsoft.com/office/drawing/2014/main" id="{1BE1D3DE-46D8-099F-1DB6-9846C50072BC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6280;p62">
            <a:extLst>
              <a:ext uri="{FF2B5EF4-FFF2-40B4-BE49-F238E27FC236}">
                <a16:creationId xmlns:a16="http://schemas.microsoft.com/office/drawing/2014/main" id="{890B310C-EBA5-14D5-9C76-E68C52AD8C7B}"/>
              </a:ext>
            </a:extLst>
          </p:cNvPr>
          <p:cNvGrpSpPr/>
          <p:nvPr/>
        </p:nvGrpSpPr>
        <p:grpSpPr>
          <a:xfrm>
            <a:off x="368639" y="1664055"/>
            <a:ext cx="612833" cy="807126"/>
            <a:chOff x="6499111" y="848251"/>
            <a:chExt cx="989696" cy="990739"/>
          </a:xfrm>
        </p:grpSpPr>
        <p:sp>
          <p:nvSpPr>
            <p:cNvPr id="1691" name="Google Shape;16281;p62">
              <a:extLst>
                <a:ext uri="{FF2B5EF4-FFF2-40B4-BE49-F238E27FC236}">
                  <a16:creationId xmlns:a16="http://schemas.microsoft.com/office/drawing/2014/main" id="{8B189629-4325-7735-E585-EECC691D639A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282;p62">
              <a:extLst>
                <a:ext uri="{FF2B5EF4-FFF2-40B4-BE49-F238E27FC236}">
                  <a16:creationId xmlns:a16="http://schemas.microsoft.com/office/drawing/2014/main" id="{2BB31D20-F8CF-A8FF-55AC-5E16221DBF3E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283;p62">
              <a:extLst>
                <a:ext uri="{FF2B5EF4-FFF2-40B4-BE49-F238E27FC236}">
                  <a16:creationId xmlns:a16="http://schemas.microsoft.com/office/drawing/2014/main" id="{B2253662-E960-2DE6-5DC8-D2BA17471F36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284;p62">
              <a:extLst>
                <a:ext uri="{FF2B5EF4-FFF2-40B4-BE49-F238E27FC236}">
                  <a16:creationId xmlns:a16="http://schemas.microsoft.com/office/drawing/2014/main" id="{E907D3B4-F8BF-2596-1238-A796F8972031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285;p62">
              <a:extLst>
                <a:ext uri="{FF2B5EF4-FFF2-40B4-BE49-F238E27FC236}">
                  <a16:creationId xmlns:a16="http://schemas.microsoft.com/office/drawing/2014/main" id="{0301F7E0-63FD-8A1D-D424-CCC65FC5B314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286;p62">
              <a:extLst>
                <a:ext uri="{FF2B5EF4-FFF2-40B4-BE49-F238E27FC236}">
                  <a16:creationId xmlns:a16="http://schemas.microsoft.com/office/drawing/2014/main" id="{EF095E3A-99FA-49B1-07A5-9FBD25783E0C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287;p62">
              <a:extLst>
                <a:ext uri="{FF2B5EF4-FFF2-40B4-BE49-F238E27FC236}">
                  <a16:creationId xmlns:a16="http://schemas.microsoft.com/office/drawing/2014/main" id="{0F95B7F2-491C-D8D0-949C-B585D6DBBEFA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288;p62">
              <a:extLst>
                <a:ext uri="{FF2B5EF4-FFF2-40B4-BE49-F238E27FC236}">
                  <a16:creationId xmlns:a16="http://schemas.microsoft.com/office/drawing/2014/main" id="{7DD5256F-2455-A6A2-4679-19EE4B47AE4C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6289;p62">
              <a:extLst>
                <a:ext uri="{FF2B5EF4-FFF2-40B4-BE49-F238E27FC236}">
                  <a16:creationId xmlns:a16="http://schemas.microsoft.com/office/drawing/2014/main" id="{0828AE72-6F4D-00C4-A18E-691DE77D72FC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6290;p62">
              <a:extLst>
                <a:ext uri="{FF2B5EF4-FFF2-40B4-BE49-F238E27FC236}">
                  <a16:creationId xmlns:a16="http://schemas.microsoft.com/office/drawing/2014/main" id="{E7C99292-8E3F-DDF0-1230-88877028D06E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6291;p62">
              <a:extLst>
                <a:ext uri="{FF2B5EF4-FFF2-40B4-BE49-F238E27FC236}">
                  <a16:creationId xmlns:a16="http://schemas.microsoft.com/office/drawing/2014/main" id="{09D5E8EA-B08C-2966-E084-42C2049D0323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3" name="Google Shape;16292;p62">
              <a:extLst>
                <a:ext uri="{FF2B5EF4-FFF2-40B4-BE49-F238E27FC236}">
                  <a16:creationId xmlns:a16="http://schemas.microsoft.com/office/drawing/2014/main" id="{FD04E2DC-5385-09F7-531F-E8407CF2CA97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6293;p62">
              <a:extLst>
                <a:ext uri="{FF2B5EF4-FFF2-40B4-BE49-F238E27FC236}">
                  <a16:creationId xmlns:a16="http://schemas.microsoft.com/office/drawing/2014/main" id="{E14BBE2A-6ECB-25CE-FE2B-3578D44D94BE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5" name="Google Shape;16280;p62">
            <a:extLst>
              <a:ext uri="{FF2B5EF4-FFF2-40B4-BE49-F238E27FC236}">
                <a16:creationId xmlns:a16="http://schemas.microsoft.com/office/drawing/2014/main" id="{DA72C8C6-0990-4A3C-107C-5FE12D25BE2C}"/>
              </a:ext>
            </a:extLst>
          </p:cNvPr>
          <p:cNvGrpSpPr/>
          <p:nvPr/>
        </p:nvGrpSpPr>
        <p:grpSpPr>
          <a:xfrm>
            <a:off x="368639" y="1311255"/>
            <a:ext cx="612833" cy="807126"/>
            <a:chOff x="6499111" y="848251"/>
            <a:chExt cx="989696" cy="990739"/>
          </a:xfrm>
        </p:grpSpPr>
        <p:sp>
          <p:nvSpPr>
            <p:cNvPr id="1706" name="Google Shape;16281;p62">
              <a:extLst>
                <a:ext uri="{FF2B5EF4-FFF2-40B4-BE49-F238E27FC236}">
                  <a16:creationId xmlns:a16="http://schemas.microsoft.com/office/drawing/2014/main" id="{B3482337-65BF-351B-3F8C-AD00C0059805}"/>
                </a:ext>
              </a:extLst>
            </p:cNvPr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6282;p62">
              <a:extLst>
                <a:ext uri="{FF2B5EF4-FFF2-40B4-BE49-F238E27FC236}">
                  <a16:creationId xmlns:a16="http://schemas.microsoft.com/office/drawing/2014/main" id="{53E0FEFF-61F7-F7C9-5DD2-2D3294D8BF02}"/>
                </a:ext>
              </a:extLst>
            </p:cNvPr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6283;p62">
              <a:extLst>
                <a:ext uri="{FF2B5EF4-FFF2-40B4-BE49-F238E27FC236}">
                  <a16:creationId xmlns:a16="http://schemas.microsoft.com/office/drawing/2014/main" id="{DDB1D6E5-EE63-DF2E-0388-F3BD2E503A8C}"/>
                </a:ext>
              </a:extLst>
            </p:cNvPr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6284;p62">
              <a:extLst>
                <a:ext uri="{FF2B5EF4-FFF2-40B4-BE49-F238E27FC236}">
                  <a16:creationId xmlns:a16="http://schemas.microsoft.com/office/drawing/2014/main" id="{6165A0A0-8F5E-39E2-7142-42D8E33B1DD0}"/>
                </a:ext>
              </a:extLst>
            </p:cNvPr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6285;p62">
              <a:extLst>
                <a:ext uri="{FF2B5EF4-FFF2-40B4-BE49-F238E27FC236}">
                  <a16:creationId xmlns:a16="http://schemas.microsoft.com/office/drawing/2014/main" id="{7B8EC2A4-BB24-B9C9-F223-AB45E2387785}"/>
                </a:ext>
              </a:extLst>
            </p:cNvPr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6286;p62">
              <a:extLst>
                <a:ext uri="{FF2B5EF4-FFF2-40B4-BE49-F238E27FC236}">
                  <a16:creationId xmlns:a16="http://schemas.microsoft.com/office/drawing/2014/main" id="{D0FE0204-32A6-2881-95B7-43C5C852DD93}"/>
                </a:ext>
              </a:extLst>
            </p:cNvPr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6287;p62">
              <a:extLst>
                <a:ext uri="{FF2B5EF4-FFF2-40B4-BE49-F238E27FC236}">
                  <a16:creationId xmlns:a16="http://schemas.microsoft.com/office/drawing/2014/main" id="{FE8AB887-A177-E510-6503-3C8F78433F74}"/>
                </a:ext>
              </a:extLst>
            </p:cNvPr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6288;p62">
              <a:extLst>
                <a:ext uri="{FF2B5EF4-FFF2-40B4-BE49-F238E27FC236}">
                  <a16:creationId xmlns:a16="http://schemas.microsoft.com/office/drawing/2014/main" id="{65B97C50-4B76-FFCC-E2E9-B19199D06ACA}"/>
                </a:ext>
              </a:extLst>
            </p:cNvPr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6289;p62">
              <a:extLst>
                <a:ext uri="{FF2B5EF4-FFF2-40B4-BE49-F238E27FC236}">
                  <a16:creationId xmlns:a16="http://schemas.microsoft.com/office/drawing/2014/main" id="{4C4F87A5-81BE-BBCC-194D-1E21B5BA08AE}"/>
                </a:ext>
              </a:extLst>
            </p:cNvPr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6290;p62">
              <a:extLst>
                <a:ext uri="{FF2B5EF4-FFF2-40B4-BE49-F238E27FC236}">
                  <a16:creationId xmlns:a16="http://schemas.microsoft.com/office/drawing/2014/main" id="{0CED7805-5355-23A8-B2B9-BCAEC93D9DBF}"/>
                </a:ext>
              </a:extLst>
            </p:cNvPr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6291;p62">
              <a:extLst>
                <a:ext uri="{FF2B5EF4-FFF2-40B4-BE49-F238E27FC236}">
                  <a16:creationId xmlns:a16="http://schemas.microsoft.com/office/drawing/2014/main" id="{3571F73E-966F-7E73-1881-2F0758D20129}"/>
                </a:ext>
              </a:extLst>
            </p:cNvPr>
            <p:cNvSpPr/>
            <p:nvPr/>
          </p:nvSpPr>
          <p:spPr>
            <a:xfrm>
              <a:off x="6499111" y="848251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7" name="Google Shape;16292;p62">
              <a:extLst>
                <a:ext uri="{FF2B5EF4-FFF2-40B4-BE49-F238E27FC236}">
                  <a16:creationId xmlns:a16="http://schemas.microsoft.com/office/drawing/2014/main" id="{9A0FDDD6-75DA-99CB-650E-15F14519659E}"/>
                </a:ext>
              </a:extLst>
            </p:cNvPr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6293;p62">
              <a:extLst>
                <a:ext uri="{FF2B5EF4-FFF2-40B4-BE49-F238E27FC236}">
                  <a16:creationId xmlns:a16="http://schemas.microsoft.com/office/drawing/2014/main" id="{9AA07A5E-9920-A390-A086-1AD1548C1897}"/>
                </a:ext>
              </a:extLst>
            </p:cNvPr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2029004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>
          <a:extLst>
            <a:ext uri="{FF2B5EF4-FFF2-40B4-BE49-F238E27FC236}">
              <a16:creationId xmlns:a16="http://schemas.microsoft.com/office/drawing/2014/main" id="{E986407E-ADD5-6698-1FC6-87DC786E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2124;p43">
            <a:extLst>
              <a:ext uri="{FF2B5EF4-FFF2-40B4-BE49-F238E27FC236}">
                <a16:creationId xmlns:a16="http://schemas.microsoft.com/office/drawing/2014/main" id="{8CBAEB5C-0441-BCD0-5DB6-DF9E75A8DDF1}"/>
              </a:ext>
            </a:extLst>
          </p:cNvPr>
          <p:cNvGrpSpPr/>
          <p:nvPr/>
        </p:nvGrpSpPr>
        <p:grpSpPr>
          <a:xfrm>
            <a:off x="5637182" y="1015900"/>
            <a:ext cx="2817123" cy="2479323"/>
            <a:chOff x="699850" y="2299150"/>
            <a:chExt cx="1046225" cy="1045725"/>
          </a:xfrm>
        </p:grpSpPr>
        <p:sp>
          <p:nvSpPr>
            <p:cNvPr id="5" name="Google Shape;2125;p43">
              <a:extLst>
                <a:ext uri="{FF2B5EF4-FFF2-40B4-BE49-F238E27FC236}">
                  <a16:creationId xmlns:a16="http://schemas.microsoft.com/office/drawing/2014/main" id="{A1B6C46F-AC85-0E28-9D24-F1395EB86E63}"/>
                </a:ext>
              </a:extLst>
            </p:cNvPr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26;p43">
              <a:extLst>
                <a:ext uri="{FF2B5EF4-FFF2-40B4-BE49-F238E27FC236}">
                  <a16:creationId xmlns:a16="http://schemas.microsoft.com/office/drawing/2014/main" id="{9BEAA35A-CBE0-95AD-529D-0CC9E3E452BA}"/>
                </a:ext>
              </a:extLst>
            </p:cNvPr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27;p43">
              <a:extLst>
                <a:ext uri="{FF2B5EF4-FFF2-40B4-BE49-F238E27FC236}">
                  <a16:creationId xmlns:a16="http://schemas.microsoft.com/office/drawing/2014/main" id="{8C58E422-1E05-ECAF-554F-8D6DC71BEA9C}"/>
                </a:ext>
              </a:extLst>
            </p:cNvPr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28;p43">
              <a:extLst>
                <a:ext uri="{FF2B5EF4-FFF2-40B4-BE49-F238E27FC236}">
                  <a16:creationId xmlns:a16="http://schemas.microsoft.com/office/drawing/2014/main" id="{A7CB13FF-BA27-EE5C-CFBA-72505EC6571E}"/>
                </a:ext>
              </a:extLst>
            </p:cNvPr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29;p43">
              <a:extLst>
                <a:ext uri="{FF2B5EF4-FFF2-40B4-BE49-F238E27FC236}">
                  <a16:creationId xmlns:a16="http://schemas.microsoft.com/office/drawing/2014/main" id="{4916ED8A-566F-7B84-DD06-5DE8A7696A84}"/>
                </a:ext>
              </a:extLst>
            </p:cNvPr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30;p43">
              <a:extLst>
                <a:ext uri="{FF2B5EF4-FFF2-40B4-BE49-F238E27FC236}">
                  <a16:creationId xmlns:a16="http://schemas.microsoft.com/office/drawing/2014/main" id="{C3F8D582-EEFC-230D-8FCF-6D7FF3C23623}"/>
                </a:ext>
              </a:extLst>
            </p:cNvPr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31;p43">
              <a:extLst>
                <a:ext uri="{FF2B5EF4-FFF2-40B4-BE49-F238E27FC236}">
                  <a16:creationId xmlns:a16="http://schemas.microsoft.com/office/drawing/2014/main" id="{71DF54A5-1545-BE4F-C72B-D262483FBAA1}"/>
                </a:ext>
              </a:extLst>
            </p:cNvPr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32;p43">
              <a:extLst>
                <a:ext uri="{FF2B5EF4-FFF2-40B4-BE49-F238E27FC236}">
                  <a16:creationId xmlns:a16="http://schemas.microsoft.com/office/drawing/2014/main" id="{27F4D056-6FE3-B00B-A8DC-4CC287DAA759}"/>
                </a:ext>
              </a:extLst>
            </p:cNvPr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33;p43">
              <a:extLst>
                <a:ext uri="{FF2B5EF4-FFF2-40B4-BE49-F238E27FC236}">
                  <a16:creationId xmlns:a16="http://schemas.microsoft.com/office/drawing/2014/main" id="{B60E029A-50CD-9D33-EE0E-B9B97F3D0B99}"/>
                </a:ext>
              </a:extLst>
            </p:cNvPr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34;p43">
              <a:extLst>
                <a:ext uri="{FF2B5EF4-FFF2-40B4-BE49-F238E27FC236}">
                  <a16:creationId xmlns:a16="http://schemas.microsoft.com/office/drawing/2014/main" id="{B1965A11-B028-144F-1ED5-AD063C8CD503}"/>
                </a:ext>
              </a:extLst>
            </p:cNvPr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35;p43">
              <a:extLst>
                <a:ext uri="{FF2B5EF4-FFF2-40B4-BE49-F238E27FC236}">
                  <a16:creationId xmlns:a16="http://schemas.microsoft.com/office/drawing/2014/main" id="{F1951D6D-5C2B-77DF-5155-4F8B3423D365}"/>
                </a:ext>
              </a:extLst>
            </p:cNvPr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36;p43">
              <a:extLst>
                <a:ext uri="{FF2B5EF4-FFF2-40B4-BE49-F238E27FC236}">
                  <a16:creationId xmlns:a16="http://schemas.microsoft.com/office/drawing/2014/main" id="{5AD501E8-3A98-2AC8-7BB4-2398AF4D3244}"/>
                </a:ext>
              </a:extLst>
            </p:cNvPr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37;p43">
              <a:extLst>
                <a:ext uri="{FF2B5EF4-FFF2-40B4-BE49-F238E27FC236}">
                  <a16:creationId xmlns:a16="http://schemas.microsoft.com/office/drawing/2014/main" id="{741BFB51-150D-1E81-4D27-64CA2DEFD5FF}"/>
                </a:ext>
              </a:extLst>
            </p:cNvPr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38;p43">
              <a:extLst>
                <a:ext uri="{FF2B5EF4-FFF2-40B4-BE49-F238E27FC236}">
                  <a16:creationId xmlns:a16="http://schemas.microsoft.com/office/drawing/2014/main" id="{06EE57EA-739C-E4A0-A4DF-B40F21F0AFF1}"/>
                </a:ext>
              </a:extLst>
            </p:cNvPr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39;p43">
              <a:extLst>
                <a:ext uri="{FF2B5EF4-FFF2-40B4-BE49-F238E27FC236}">
                  <a16:creationId xmlns:a16="http://schemas.microsoft.com/office/drawing/2014/main" id="{1DEC137D-7B5A-1840-9FFA-06AA8FFA6CAB}"/>
                </a:ext>
              </a:extLst>
            </p:cNvPr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40;p43">
              <a:extLst>
                <a:ext uri="{FF2B5EF4-FFF2-40B4-BE49-F238E27FC236}">
                  <a16:creationId xmlns:a16="http://schemas.microsoft.com/office/drawing/2014/main" id="{EC4FF3A8-4740-C139-5D8E-10188F10D4AC}"/>
                </a:ext>
              </a:extLst>
            </p:cNvPr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41;p43">
              <a:extLst>
                <a:ext uri="{FF2B5EF4-FFF2-40B4-BE49-F238E27FC236}">
                  <a16:creationId xmlns:a16="http://schemas.microsoft.com/office/drawing/2014/main" id="{7AA98666-E0C2-7022-33A1-B58C1CF2DA60}"/>
                </a:ext>
              </a:extLst>
            </p:cNvPr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42;p43">
              <a:extLst>
                <a:ext uri="{FF2B5EF4-FFF2-40B4-BE49-F238E27FC236}">
                  <a16:creationId xmlns:a16="http://schemas.microsoft.com/office/drawing/2014/main" id="{0B60293D-45A2-047D-8172-6A9AB56C6093}"/>
                </a:ext>
              </a:extLst>
            </p:cNvPr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43;p43">
              <a:extLst>
                <a:ext uri="{FF2B5EF4-FFF2-40B4-BE49-F238E27FC236}">
                  <a16:creationId xmlns:a16="http://schemas.microsoft.com/office/drawing/2014/main" id="{3DE6E7CF-D593-8046-F0B5-59EC8C28BEB2}"/>
                </a:ext>
              </a:extLst>
            </p:cNvPr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44;p43">
              <a:extLst>
                <a:ext uri="{FF2B5EF4-FFF2-40B4-BE49-F238E27FC236}">
                  <a16:creationId xmlns:a16="http://schemas.microsoft.com/office/drawing/2014/main" id="{DFD2D6DF-38A0-DB79-E2E0-0F267968146E}"/>
                </a:ext>
              </a:extLst>
            </p:cNvPr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145;p43">
              <a:extLst>
                <a:ext uri="{FF2B5EF4-FFF2-40B4-BE49-F238E27FC236}">
                  <a16:creationId xmlns:a16="http://schemas.microsoft.com/office/drawing/2014/main" id="{BEA30159-05AD-D5F6-0C9C-1A2E5FB55296}"/>
                </a:ext>
              </a:extLst>
            </p:cNvPr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46;p43">
              <a:extLst>
                <a:ext uri="{FF2B5EF4-FFF2-40B4-BE49-F238E27FC236}">
                  <a16:creationId xmlns:a16="http://schemas.microsoft.com/office/drawing/2014/main" id="{E55D496A-3032-E7E5-D92D-76143359C718}"/>
                </a:ext>
              </a:extLst>
            </p:cNvPr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47;p43">
              <a:extLst>
                <a:ext uri="{FF2B5EF4-FFF2-40B4-BE49-F238E27FC236}">
                  <a16:creationId xmlns:a16="http://schemas.microsoft.com/office/drawing/2014/main" id="{B155ED6E-8546-6DFE-17AC-9BDD73FD88ED}"/>
                </a:ext>
              </a:extLst>
            </p:cNvPr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48;p43">
              <a:extLst>
                <a:ext uri="{FF2B5EF4-FFF2-40B4-BE49-F238E27FC236}">
                  <a16:creationId xmlns:a16="http://schemas.microsoft.com/office/drawing/2014/main" id="{8949329F-083F-6B97-5DA1-FF3F3509E142}"/>
                </a:ext>
              </a:extLst>
            </p:cNvPr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49;p43">
              <a:extLst>
                <a:ext uri="{FF2B5EF4-FFF2-40B4-BE49-F238E27FC236}">
                  <a16:creationId xmlns:a16="http://schemas.microsoft.com/office/drawing/2014/main" id="{53385BF3-AACE-30DA-BB3D-19F956F2B9C7}"/>
                </a:ext>
              </a:extLst>
            </p:cNvPr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50;p43">
              <a:extLst>
                <a:ext uri="{FF2B5EF4-FFF2-40B4-BE49-F238E27FC236}">
                  <a16:creationId xmlns:a16="http://schemas.microsoft.com/office/drawing/2014/main" id="{73CBFFE4-D4EC-67AE-D931-DAE8935DB0BB}"/>
                </a:ext>
              </a:extLst>
            </p:cNvPr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51;p43">
              <a:extLst>
                <a:ext uri="{FF2B5EF4-FFF2-40B4-BE49-F238E27FC236}">
                  <a16:creationId xmlns:a16="http://schemas.microsoft.com/office/drawing/2014/main" id="{53EEDCF0-DCFD-B8E9-D07D-67481752866B}"/>
                </a:ext>
              </a:extLst>
            </p:cNvPr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52;p43">
              <a:extLst>
                <a:ext uri="{FF2B5EF4-FFF2-40B4-BE49-F238E27FC236}">
                  <a16:creationId xmlns:a16="http://schemas.microsoft.com/office/drawing/2014/main" id="{4BDE2B22-F4B7-26FF-02FD-148321ACB905}"/>
                </a:ext>
              </a:extLst>
            </p:cNvPr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53;p43">
              <a:extLst>
                <a:ext uri="{FF2B5EF4-FFF2-40B4-BE49-F238E27FC236}">
                  <a16:creationId xmlns:a16="http://schemas.microsoft.com/office/drawing/2014/main" id="{D1DB6C50-2731-3BF9-395C-61AF3E8523C6}"/>
                </a:ext>
              </a:extLst>
            </p:cNvPr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54;p43">
              <a:extLst>
                <a:ext uri="{FF2B5EF4-FFF2-40B4-BE49-F238E27FC236}">
                  <a16:creationId xmlns:a16="http://schemas.microsoft.com/office/drawing/2014/main" id="{A5B8DB96-267D-1B86-D3BE-92768FE0806B}"/>
                </a:ext>
              </a:extLst>
            </p:cNvPr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55;p43">
              <a:extLst>
                <a:ext uri="{FF2B5EF4-FFF2-40B4-BE49-F238E27FC236}">
                  <a16:creationId xmlns:a16="http://schemas.microsoft.com/office/drawing/2014/main" id="{A4F8728C-B177-704B-B010-B9F031E07BB7}"/>
                </a:ext>
              </a:extLst>
            </p:cNvPr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56;p43">
              <a:extLst>
                <a:ext uri="{FF2B5EF4-FFF2-40B4-BE49-F238E27FC236}">
                  <a16:creationId xmlns:a16="http://schemas.microsoft.com/office/drawing/2014/main" id="{A61CE407-44CE-CB14-71A0-082415C3A815}"/>
                </a:ext>
              </a:extLst>
            </p:cNvPr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57;p43">
              <a:extLst>
                <a:ext uri="{FF2B5EF4-FFF2-40B4-BE49-F238E27FC236}">
                  <a16:creationId xmlns:a16="http://schemas.microsoft.com/office/drawing/2014/main" id="{F7C5A9A1-76CE-0FB7-DE8A-5CC28721BE2F}"/>
                </a:ext>
              </a:extLst>
            </p:cNvPr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2158;p43">
              <a:extLst>
                <a:ext uri="{FF2B5EF4-FFF2-40B4-BE49-F238E27FC236}">
                  <a16:creationId xmlns:a16="http://schemas.microsoft.com/office/drawing/2014/main" id="{9C41981F-03BD-E058-490B-C48819592A69}"/>
                </a:ext>
              </a:extLst>
            </p:cNvPr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59;p43">
              <a:extLst>
                <a:ext uri="{FF2B5EF4-FFF2-40B4-BE49-F238E27FC236}">
                  <a16:creationId xmlns:a16="http://schemas.microsoft.com/office/drawing/2014/main" id="{9B288AC9-8E93-F0A8-DA08-55298B79CADD}"/>
                </a:ext>
              </a:extLst>
            </p:cNvPr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60;p43">
              <a:extLst>
                <a:ext uri="{FF2B5EF4-FFF2-40B4-BE49-F238E27FC236}">
                  <a16:creationId xmlns:a16="http://schemas.microsoft.com/office/drawing/2014/main" id="{B7CA39D7-EC7E-AFF4-3465-B167828BA10C}"/>
                </a:ext>
              </a:extLst>
            </p:cNvPr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61;p43">
              <a:extLst>
                <a:ext uri="{FF2B5EF4-FFF2-40B4-BE49-F238E27FC236}">
                  <a16:creationId xmlns:a16="http://schemas.microsoft.com/office/drawing/2014/main" id="{30E2A1A6-85EE-CC2F-B722-08F10C98A064}"/>
                </a:ext>
              </a:extLst>
            </p:cNvPr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62;p43">
              <a:extLst>
                <a:ext uri="{FF2B5EF4-FFF2-40B4-BE49-F238E27FC236}">
                  <a16:creationId xmlns:a16="http://schemas.microsoft.com/office/drawing/2014/main" id="{03E40F7B-9E81-1D8C-EB1C-F799BEB5665C}"/>
                </a:ext>
              </a:extLst>
            </p:cNvPr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63;p43">
              <a:extLst>
                <a:ext uri="{FF2B5EF4-FFF2-40B4-BE49-F238E27FC236}">
                  <a16:creationId xmlns:a16="http://schemas.microsoft.com/office/drawing/2014/main" id="{0D410A07-C59D-5B22-3F97-48E963A78FE6}"/>
                </a:ext>
              </a:extLst>
            </p:cNvPr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64;p43">
              <a:extLst>
                <a:ext uri="{FF2B5EF4-FFF2-40B4-BE49-F238E27FC236}">
                  <a16:creationId xmlns:a16="http://schemas.microsoft.com/office/drawing/2014/main" id="{0148E8E1-D451-8174-F8AF-B07FCF504D62}"/>
                </a:ext>
              </a:extLst>
            </p:cNvPr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65;p43">
              <a:extLst>
                <a:ext uri="{FF2B5EF4-FFF2-40B4-BE49-F238E27FC236}">
                  <a16:creationId xmlns:a16="http://schemas.microsoft.com/office/drawing/2014/main" id="{C2110350-E782-A781-A1A4-75237812446B}"/>
                </a:ext>
              </a:extLst>
            </p:cNvPr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66;p43">
              <a:extLst>
                <a:ext uri="{FF2B5EF4-FFF2-40B4-BE49-F238E27FC236}">
                  <a16:creationId xmlns:a16="http://schemas.microsoft.com/office/drawing/2014/main" id="{833285CB-3B85-CDD7-131D-7551B8695F4B}"/>
                </a:ext>
              </a:extLst>
            </p:cNvPr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67;p43">
              <a:extLst>
                <a:ext uri="{FF2B5EF4-FFF2-40B4-BE49-F238E27FC236}">
                  <a16:creationId xmlns:a16="http://schemas.microsoft.com/office/drawing/2014/main" id="{F54D1125-8FBF-458F-A128-2ABA2A83F87B}"/>
                </a:ext>
              </a:extLst>
            </p:cNvPr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68;p43">
              <a:extLst>
                <a:ext uri="{FF2B5EF4-FFF2-40B4-BE49-F238E27FC236}">
                  <a16:creationId xmlns:a16="http://schemas.microsoft.com/office/drawing/2014/main" id="{D7972B12-38E4-BBA1-CD4F-CA1E954A4520}"/>
                </a:ext>
              </a:extLst>
            </p:cNvPr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2169;p43">
              <a:extLst>
                <a:ext uri="{FF2B5EF4-FFF2-40B4-BE49-F238E27FC236}">
                  <a16:creationId xmlns:a16="http://schemas.microsoft.com/office/drawing/2014/main" id="{4F506AAA-282F-71A5-AD49-EBBE68036768}"/>
                </a:ext>
              </a:extLst>
            </p:cNvPr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70;p43">
              <a:extLst>
                <a:ext uri="{FF2B5EF4-FFF2-40B4-BE49-F238E27FC236}">
                  <a16:creationId xmlns:a16="http://schemas.microsoft.com/office/drawing/2014/main" id="{0D9C10C4-7315-7849-B3C5-CA033BFC9F9A}"/>
                </a:ext>
              </a:extLst>
            </p:cNvPr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71;p43">
              <a:extLst>
                <a:ext uri="{FF2B5EF4-FFF2-40B4-BE49-F238E27FC236}">
                  <a16:creationId xmlns:a16="http://schemas.microsoft.com/office/drawing/2014/main" id="{7BE5D5FC-F75E-974F-85BF-0048E3E381C6}"/>
                </a:ext>
              </a:extLst>
            </p:cNvPr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72;p43">
              <a:extLst>
                <a:ext uri="{FF2B5EF4-FFF2-40B4-BE49-F238E27FC236}">
                  <a16:creationId xmlns:a16="http://schemas.microsoft.com/office/drawing/2014/main" id="{149B2459-EEE3-7F87-F7D7-3B97483B92D6}"/>
                </a:ext>
              </a:extLst>
            </p:cNvPr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73;p43">
              <a:extLst>
                <a:ext uri="{FF2B5EF4-FFF2-40B4-BE49-F238E27FC236}">
                  <a16:creationId xmlns:a16="http://schemas.microsoft.com/office/drawing/2014/main" id="{391327F8-A90B-4564-9F40-E5A0E643E2AC}"/>
                </a:ext>
              </a:extLst>
            </p:cNvPr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74;p43">
              <a:extLst>
                <a:ext uri="{FF2B5EF4-FFF2-40B4-BE49-F238E27FC236}">
                  <a16:creationId xmlns:a16="http://schemas.microsoft.com/office/drawing/2014/main" id="{088D40AB-1DE9-B0BA-ACDF-FD17362DD408}"/>
                </a:ext>
              </a:extLst>
            </p:cNvPr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75;p43">
              <a:extLst>
                <a:ext uri="{FF2B5EF4-FFF2-40B4-BE49-F238E27FC236}">
                  <a16:creationId xmlns:a16="http://schemas.microsoft.com/office/drawing/2014/main" id="{CB675D11-DA7D-1369-9CBB-B4E879398291}"/>
                </a:ext>
              </a:extLst>
            </p:cNvPr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76;p43">
              <a:extLst>
                <a:ext uri="{FF2B5EF4-FFF2-40B4-BE49-F238E27FC236}">
                  <a16:creationId xmlns:a16="http://schemas.microsoft.com/office/drawing/2014/main" id="{EBDD43FE-52DE-E66A-AD20-AE9DD973F62D}"/>
                </a:ext>
              </a:extLst>
            </p:cNvPr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177;p43">
              <a:extLst>
                <a:ext uri="{FF2B5EF4-FFF2-40B4-BE49-F238E27FC236}">
                  <a16:creationId xmlns:a16="http://schemas.microsoft.com/office/drawing/2014/main" id="{BBA78FEB-DAF4-7556-6B13-9451D53FA1CD}"/>
                </a:ext>
              </a:extLst>
            </p:cNvPr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78;p43">
              <a:extLst>
                <a:ext uri="{FF2B5EF4-FFF2-40B4-BE49-F238E27FC236}">
                  <a16:creationId xmlns:a16="http://schemas.microsoft.com/office/drawing/2014/main" id="{AAD1C3F0-6667-382E-65B7-18405B7511B5}"/>
                </a:ext>
              </a:extLst>
            </p:cNvPr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179;p43">
              <a:extLst>
                <a:ext uri="{FF2B5EF4-FFF2-40B4-BE49-F238E27FC236}">
                  <a16:creationId xmlns:a16="http://schemas.microsoft.com/office/drawing/2014/main" id="{3C142C7F-A298-3286-1C3A-FE54B6574175}"/>
                </a:ext>
              </a:extLst>
            </p:cNvPr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180;p43">
              <a:extLst>
                <a:ext uri="{FF2B5EF4-FFF2-40B4-BE49-F238E27FC236}">
                  <a16:creationId xmlns:a16="http://schemas.microsoft.com/office/drawing/2014/main" id="{6C46303F-4107-07B8-BC83-EC60F03E8B96}"/>
                </a:ext>
              </a:extLst>
            </p:cNvPr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181;p43">
              <a:extLst>
                <a:ext uri="{FF2B5EF4-FFF2-40B4-BE49-F238E27FC236}">
                  <a16:creationId xmlns:a16="http://schemas.microsoft.com/office/drawing/2014/main" id="{7EBBC9C9-999A-4354-D875-B71FC3F4D37B}"/>
                </a:ext>
              </a:extLst>
            </p:cNvPr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182;p43">
              <a:extLst>
                <a:ext uri="{FF2B5EF4-FFF2-40B4-BE49-F238E27FC236}">
                  <a16:creationId xmlns:a16="http://schemas.microsoft.com/office/drawing/2014/main" id="{7C93B2A6-ECCE-F793-808E-475DC6383DF9}"/>
                </a:ext>
              </a:extLst>
            </p:cNvPr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183;p43">
              <a:extLst>
                <a:ext uri="{FF2B5EF4-FFF2-40B4-BE49-F238E27FC236}">
                  <a16:creationId xmlns:a16="http://schemas.microsoft.com/office/drawing/2014/main" id="{C48C3224-83DB-5359-AE7B-D3A7811A956F}"/>
                </a:ext>
              </a:extLst>
            </p:cNvPr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2184;p43">
              <a:extLst>
                <a:ext uri="{FF2B5EF4-FFF2-40B4-BE49-F238E27FC236}">
                  <a16:creationId xmlns:a16="http://schemas.microsoft.com/office/drawing/2014/main" id="{AC76049D-4BF2-E3B4-83AE-A5DFED003532}"/>
                </a:ext>
              </a:extLst>
            </p:cNvPr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2185;p43">
              <a:extLst>
                <a:ext uri="{FF2B5EF4-FFF2-40B4-BE49-F238E27FC236}">
                  <a16:creationId xmlns:a16="http://schemas.microsoft.com/office/drawing/2014/main" id="{F7D2C0F8-24FE-A71E-AB9A-DDE19D980110}"/>
                </a:ext>
              </a:extLst>
            </p:cNvPr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2186;p43">
              <a:extLst>
                <a:ext uri="{FF2B5EF4-FFF2-40B4-BE49-F238E27FC236}">
                  <a16:creationId xmlns:a16="http://schemas.microsoft.com/office/drawing/2014/main" id="{402B89EC-978E-94A2-8D75-9A9A8A934275}"/>
                </a:ext>
              </a:extLst>
            </p:cNvPr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2187;p43">
              <a:extLst>
                <a:ext uri="{FF2B5EF4-FFF2-40B4-BE49-F238E27FC236}">
                  <a16:creationId xmlns:a16="http://schemas.microsoft.com/office/drawing/2014/main" id="{DDCF31DF-8EBB-04E5-668E-42C0AACB5EDA}"/>
                </a:ext>
              </a:extLst>
            </p:cNvPr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2188;p43">
              <a:extLst>
                <a:ext uri="{FF2B5EF4-FFF2-40B4-BE49-F238E27FC236}">
                  <a16:creationId xmlns:a16="http://schemas.microsoft.com/office/drawing/2014/main" id="{5F5F639C-5485-CB86-8C9F-D7E130EE6502}"/>
                </a:ext>
              </a:extLst>
            </p:cNvPr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2189;p43">
              <a:extLst>
                <a:ext uri="{FF2B5EF4-FFF2-40B4-BE49-F238E27FC236}">
                  <a16:creationId xmlns:a16="http://schemas.microsoft.com/office/drawing/2014/main" id="{6C1C2A71-FCBA-127E-E5EC-1CE12E7E3CA1}"/>
                </a:ext>
              </a:extLst>
            </p:cNvPr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2190;p43">
              <a:extLst>
                <a:ext uri="{FF2B5EF4-FFF2-40B4-BE49-F238E27FC236}">
                  <a16:creationId xmlns:a16="http://schemas.microsoft.com/office/drawing/2014/main" id="{01207970-C2F0-A447-CADF-B684B305040A}"/>
                </a:ext>
              </a:extLst>
            </p:cNvPr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2191;p43">
              <a:extLst>
                <a:ext uri="{FF2B5EF4-FFF2-40B4-BE49-F238E27FC236}">
                  <a16:creationId xmlns:a16="http://schemas.microsoft.com/office/drawing/2014/main" id="{75CE2B41-818F-6E72-60FC-56E791887C8F}"/>
                </a:ext>
              </a:extLst>
            </p:cNvPr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2192;p43">
              <a:extLst>
                <a:ext uri="{FF2B5EF4-FFF2-40B4-BE49-F238E27FC236}">
                  <a16:creationId xmlns:a16="http://schemas.microsoft.com/office/drawing/2014/main" id="{47F1A7BB-105D-E49F-FC85-E30E2B4E4AF2}"/>
                </a:ext>
              </a:extLst>
            </p:cNvPr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2193;p43">
              <a:extLst>
                <a:ext uri="{FF2B5EF4-FFF2-40B4-BE49-F238E27FC236}">
                  <a16:creationId xmlns:a16="http://schemas.microsoft.com/office/drawing/2014/main" id="{2FC22593-2316-9B58-451E-76032E59CD55}"/>
                </a:ext>
              </a:extLst>
            </p:cNvPr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2194;p43">
              <a:extLst>
                <a:ext uri="{FF2B5EF4-FFF2-40B4-BE49-F238E27FC236}">
                  <a16:creationId xmlns:a16="http://schemas.microsoft.com/office/drawing/2014/main" id="{EC5FBF58-72D9-5F91-3503-4F04179D2DA3}"/>
                </a:ext>
              </a:extLst>
            </p:cNvPr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2195;p43">
              <a:extLst>
                <a:ext uri="{FF2B5EF4-FFF2-40B4-BE49-F238E27FC236}">
                  <a16:creationId xmlns:a16="http://schemas.microsoft.com/office/drawing/2014/main" id="{407C2453-F171-B26D-024D-0AB1F45A48DD}"/>
                </a:ext>
              </a:extLst>
            </p:cNvPr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2196;p43">
              <a:extLst>
                <a:ext uri="{FF2B5EF4-FFF2-40B4-BE49-F238E27FC236}">
                  <a16:creationId xmlns:a16="http://schemas.microsoft.com/office/drawing/2014/main" id="{C0F1687B-736D-491D-517E-B43187379A63}"/>
                </a:ext>
              </a:extLst>
            </p:cNvPr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2197;p43">
              <a:extLst>
                <a:ext uri="{FF2B5EF4-FFF2-40B4-BE49-F238E27FC236}">
                  <a16:creationId xmlns:a16="http://schemas.microsoft.com/office/drawing/2014/main" id="{9A18FC43-2B48-46F1-31E6-CD707D6FAE5E}"/>
                </a:ext>
              </a:extLst>
            </p:cNvPr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2198;p43">
              <a:extLst>
                <a:ext uri="{FF2B5EF4-FFF2-40B4-BE49-F238E27FC236}">
                  <a16:creationId xmlns:a16="http://schemas.microsoft.com/office/drawing/2014/main" id="{F42C18A2-FCAC-86C9-FD31-47A88F1D6572}"/>
                </a:ext>
              </a:extLst>
            </p:cNvPr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2199;p43">
              <a:extLst>
                <a:ext uri="{FF2B5EF4-FFF2-40B4-BE49-F238E27FC236}">
                  <a16:creationId xmlns:a16="http://schemas.microsoft.com/office/drawing/2014/main" id="{19222688-219A-1CEF-CD1B-61D821E3A537}"/>
                </a:ext>
              </a:extLst>
            </p:cNvPr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2200;p43">
              <a:extLst>
                <a:ext uri="{FF2B5EF4-FFF2-40B4-BE49-F238E27FC236}">
                  <a16:creationId xmlns:a16="http://schemas.microsoft.com/office/drawing/2014/main" id="{81B8FE83-142C-F90E-842B-65FD6491D4D4}"/>
                </a:ext>
              </a:extLst>
            </p:cNvPr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2201;p43">
              <a:extLst>
                <a:ext uri="{FF2B5EF4-FFF2-40B4-BE49-F238E27FC236}">
                  <a16:creationId xmlns:a16="http://schemas.microsoft.com/office/drawing/2014/main" id="{C0DB92E0-B08E-18CF-2659-80D073CE47D5}"/>
                </a:ext>
              </a:extLst>
            </p:cNvPr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2202;p43">
              <a:extLst>
                <a:ext uri="{FF2B5EF4-FFF2-40B4-BE49-F238E27FC236}">
                  <a16:creationId xmlns:a16="http://schemas.microsoft.com/office/drawing/2014/main" id="{167ED11C-3932-EC9D-AB69-39EA516FF0B5}"/>
                </a:ext>
              </a:extLst>
            </p:cNvPr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2203;p43">
              <a:extLst>
                <a:ext uri="{FF2B5EF4-FFF2-40B4-BE49-F238E27FC236}">
                  <a16:creationId xmlns:a16="http://schemas.microsoft.com/office/drawing/2014/main" id="{272E3948-8024-ED30-4468-6E9A0FABCEF6}"/>
                </a:ext>
              </a:extLst>
            </p:cNvPr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2204;p43">
              <a:extLst>
                <a:ext uri="{FF2B5EF4-FFF2-40B4-BE49-F238E27FC236}">
                  <a16:creationId xmlns:a16="http://schemas.microsoft.com/office/drawing/2014/main" id="{6AEE96E1-4C8F-93F5-7E6C-209165DE2BA1}"/>
                </a:ext>
              </a:extLst>
            </p:cNvPr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2205;p43">
              <a:extLst>
                <a:ext uri="{FF2B5EF4-FFF2-40B4-BE49-F238E27FC236}">
                  <a16:creationId xmlns:a16="http://schemas.microsoft.com/office/drawing/2014/main" id="{1DFBEFC4-556E-C55E-BD8D-424F44B68EF5}"/>
                </a:ext>
              </a:extLst>
            </p:cNvPr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2206;p43">
              <a:extLst>
                <a:ext uri="{FF2B5EF4-FFF2-40B4-BE49-F238E27FC236}">
                  <a16:creationId xmlns:a16="http://schemas.microsoft.com/office/drawing/2014/main" id="{3CA68C00-973D-763A-8558-011DBD494268}"/>
                </a:ext>
              </a:extLst>
            </p:cNvPr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2207;p43">
              <a:extLst>
                <a:ext uri="{FF2B5EF4-FFF2-40B4-BE49-F238E27FC236}">
                  <a16:creationId xmlns:a16="http://schemas.microsoft.com/office/drawing/2014/main" id="{265E81DB-0390-D07E-A869-5CF660072D7F}"/>
                </a:ext>
              </a:extLst>
            </p:cNvPr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2208;p43">
              <a:extLst>
                <a:ext uri="{FF2B5EF4-FFF2-40B4-BE49-F238E27FC236}">
                  <a16:creationId xmlns:a16="http://schemas.microsoft.com/office/drawing/2014/main" id="{EC180D41-DD7A-28EF-B390-B462A1D51C86}"/>
                </a:ext>
              </a:extLst>
            </p:cNvPr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2209;p43">
              <a:extLst>
                <a:ext uri="{FF2B5EF4-FFF2-40B4-BE49-F238E27FC236}">
                  <a16:creationId xmlns:a16="http://schemas.microsoft.com/office/drawing/2014/main" id="{B51DFB87-D20E-0832-C1C6-4A579A7D70B4}"/>
                </a:ext>
              </a:extLst>
            </p:cNvPr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2210;p43">
              <a:extLst>
                <a:ext uri="{FF2B5EF4-FFF2-40B4-BE49-F238E27FC236}">
                  <a16:creationId xmlns:a16="http://schemas.microsoft.com/office/drawing/2014/main" id="{FFC5930C-342A-C14D-02F3-88CC37E6D149}"/>
                </a:ext>
              </a:extLst>
            </p:cNvPr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2211;p43">
              <a:extLst>
                <a:ext uri="{FF2B5EF4-FFF2-40B4-BE49-F238E27FC236}">
                  <a16:creationId xmlns:a16="http://schemas.microsoft.com/office/drawing/2014/main" id="{CBDAFA9E-5A73-F33B-7AE7-04ECDFE24BDF}"/>
                </a:ext>
              </a:extLst>
            </p:cNvPr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2212;p43">
              <a:extLst>
                <a:ext uri="{FF2B5EF4-FFF2-40B4-BE49-F238E27FC236}">
                  <a16:creationId xmlns:a16="http://schemas.microsoft.com/office/drawing/2014/main" id="{141EA137-5DD0-82B5-92CC-5BE23296BD67}"/>
                </a:ext>
              </a:extLst>
            </p:cNvPr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2213;p43">
              <a:extLst>
                <a:ext uri="{FF2B5EF4-FFF2-40B4-BE49-F238E27FC236}">
                  <a16:creationId xmlns:a16="http://schemas.microsoft.com/office/drawing/2014/main" id="{9AE0EABB-87E5-DC73-C207-FE4ACA236212}"/>
                </a:ext>
              </a:extLst>
            </p:cNvPr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2214;p43">
              <a:extLst>
                <a:ext uri="{FF2B5EF4-FFF2-40B4-BE49-F238E27FC236}">
                  <a16:creationId xmlns:a16="http://schemas.microsoft.com/office/drawing/2014/main" id="{CFF47870-CC4B-569C-0E55-99FDDB9DFD3A}"/>
                </a:ext>
              </a:extLst>
            </p:cNvPr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2215;p43">
              <a:extLst>
                <a:ext uri="{FF2B5EF4-FFF2-40B4-BE49-F238E27FC236}">
                  <a16:creationId xmlns:a16="http://schemas.microsoft.com/office/drawing/2014/main" id="{4AAC74AE-43A4-858E-CFAF-979FE6B338AC}"/>
                </a:ext>
              </a:extLst>
            </p:cNvPr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2216;p43">
              <a:extLst>
                <a:ext uri="{FF2B5EF4-FFF2-40B4-BE49-F238E27FC236}">
                  <a16:creationId xmlns:a16="http://schemas.microsoft.com/office/drawing/2014/main" id="{EA60E613-8C91-439C-F460-771A2973274B}"/>
                </a:ext>
              </a:extLst>
            </p:cNvPr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2217;p43">
              <a:extLst>
                <a:ext uri="{FF2B5EF4-FFF2-40B4-BE49-F238E27FC236}">
                  <a16:creationId xmlns:a16="http://schemas.microsoft.com/office/drawing/2014/main" id="{D5D1D098-1912-CDAF-6EC4-1E407A86E67E}"/>
                </a:ext>
              </a:extLst>
            </p:cNvPr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2218;p43">
              <a:extLst>
                <a:ext uri="{FF2B5EF4-FFF2-40B4-BE49-F238E27FC236}">
                  <a16:creationId xmlns:a16="http://schemas.microsoft.com/office/drawing/2014/main" id="{1C3A1493-A224-B976-2F45-A7994487FB58}"/>
                </a:ext>
              </a:extLst>
            </p:cNvPr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2219;p43">
              <a:extLst>
                <a:ext uri="{FF2B5EF4-FFF2-40B4-BE49-F238E27FC236}">
                  <a16:creationId xmlns:a16="http://schemas.microsoft.com/office/drawing/2014/main" id="{433AA3C3-0493-7E24-3629-2971762AC46F}"/>
                </a:ext>
              </a:extLst>
            </p:cNvPr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2220;p43">
              <a:extLst>
                <a:ext uri="{FF2B5EF4-FFF2-40B4-BE49-F238E27FC236}">
                  <a16:creationId xmlns:a16="http://schemas.microsoft.com/office/drawing/2014/main" id="{9432793A-7A07-D6BF-5C80-F194DC0CA73B}"/>
                </a:ext>
              </a:extLst>
            </p:cNvPr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2221;p43">
              <a:extLst>
                <a:ext uri="{FF2B5EF4-FFF2-40B4-BE49-F238E27FC236}">
                  <a16:creationId xmlns:a16="http://schemas.microsoft.com/office/drawing/2014/main" id="{80ED8503-221F-F786-AF1D-1368244F39A2}"/>
                </a:ext>
              </a:extLst>
            </p:cNvPr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2222;p43">
              <a:extLst>
                <a:ext uri="{FF2B5EF4-FFF2-40B4-BE49-F238E27FC236}">
                  <a16:creationId xmlns:a16="http://schemas.microsoft.com/office/drawing/2014/main" id="{109578E0-FBFF-77C9-E510-B68D0E36A090}"/>
                </a:ext>
              </a:extLst>
            </p:cNvPr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2223;p43">
              <a:extLst>
                <a:ext uri="{FF2B5EF4-FFF2-40B4-BE49-F238E27FC236}">
                  <a16:creationId xmlns:a16="http://schemas.microsoft.com/office/drawing/2014/main" id="{FC6F8FF6-8FBC-FB98-2CE1-1F2D84574375}"/>
                </a:ext>
              </a:extLst>
            </p:cNvPr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2224;p43">
              <a:extLst>
                <a:ext uri="{FF2B5EF4-FFF2-40B4-BE49-F238E27FC236}">
                  <a16:creationId xmlns:a16="http://schemas.microsoft.com/office/drawing/2014/main" id="{3B91624E-B3D5-0E85-9A56-0168B174E742}"/>
                </a:ext>
              </a:extLst>
            </p:cNvPr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2225;p43">
              <a:extLst>
                <a:ext uri="{FF2B5EF4-FFF2-40B4-BE49-F238E27FC236}">
                  <a16:creationId xmlns:a16="http://schemas.microsoft.com/office/drawing/2014/main" id="{0F753516-42F6-9B5E-EE97-77E1FF5268B5}"/>
                </a:ext>
              </a:extLst>
            </p:cNvPr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2226;p43">
              <a:extLst>
                <a:ext uri="{FF2B5EF4-FFF2-40B4-BE49-F238E27FC236}">
                  <a16:creationId xmlns:a16="http://schemas.microsoft.com/office/drawing/2014/main" id="{B902A312-1E5F-4253-DA74-68ADE5AC47BB}"/>
                </a:ext>
              </a:extLst>
            </p:cNvPr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2227;p43">
              <a:extLst>
                <a:ext uri="{FF2B5EF4-FFF2-40B4-BE49-F238E27FC236}">
                  <a16:creationId xmlns:a16="http://schemas.microsoft.com/office/drawing/2014/main" id="{126F887B-3853-84A3-EF22-2ED5B5008664}"/>
                </a:ext>
              </a:extLst>
            </p:cNvPr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2228;p43">
              <a:extLst>
                <a:ext uri="{FF2B5EF4-FFF2-40B4-BE49-F238E27FC236}">
                  <a16:creationId xmlns:a16="http://schemas.microsoft.com/office/drawing/2014/main" id="{9E6F6604-AD33-4EE6-9C12-2AFCEAAAB502}"/>
                </a:ext>
              </a:extLst>
            </p:cNvPr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2229;p43">
              <a:extLst>
                <a:ext uri="{FF2B5EF4-FFF2-40B4-BE49-F238E27FC236}">
                  <a16:creationId xmlns:a16="http://schemas.microsoft.com/office/drawing/2014/main" id="{07AF72AC-B2A9-27AD-5927-368081F41E18}"/>
                </a:ext>
              </a:extLst>
            </p:cNvPr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2230;p43">
              <a:extLst>
                <a:ext uri="{FF2B5EF4-FFF2-40B4-BE49-F238E27FC236}">
                  <a16:creationId xmlns:a16="http://schemas.microsoft.com/office/drawing/2014/main" id="{6C9E8C9A-8146-BE90-BB4F-480F1115D639}"/>
                </a:ext>
              </a:extLst>
            </p:cNvPr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2231;p43">
              <a:extLst>
                <a:ext uri="{FF2B5EF4-FFF2-40B4-BE49-F238E27FC236}">
                  <a16:creationId xmlns:a16="http://schemas.microsoft.com/office/drawing/2014/main" id="{702A3D79-F5E4-6AEC-0B82-02F755C59F8C}"/>
                </a:ext>
              </a:extLst>
            </p:cNvPr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2232;p43">
              <a:extLst>
                <a:ext uri="{FF2B5EF4-FFF2-40B4-BE49-F238E27FC236}">
                  <a16:creationId xmlns:a16="http://schemas.microsoft.com/office/drawing/2014/main" id="{F79D65BA-16AE-7065-086B-56BBDC2A3B9F}"/>
                </a:ext>
              </a:extLst>
            </p:cNvPr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2233;p43">
              <a:extLst>
                <a:ext uri="{FF2B5EF4-FFF2-40B4-BE49-F238E27FC236}">
                  <a16:creationId xmlns:a16="http://schemas.microsoft.com/office/drawing/2014/main" id="{296D6225-D906-2362-FAF7-F914C8FB3FC6}"/>
                </a:ext>
              </a:extLst>
            </p:cNvPr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2234;p43">
              <a:extLst>
                <a:ext uri="{FF2B5EF4-FFF2-40B4-BE49-F238E27FC236}">
                  <a16:creationId xmlns:a16="http://schemas.microsoft.com/office/drawing/2014/main" id="{B6A3D815-C9DD-53B4-1B81-F0F88CDD3888}"/>
                </a:ext>
              </a:extLst>
            </p:cNvPr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2235;p43">
              <a:extLst>
                <a:ext uri="{FF2B5EF4-FFF2-40B4-BE49-F238E27FC236}">
                  <a16:creationId xmlns:a16="http://schemas.microsoft.com/office/drawing/2014/main" id="{DDC33611-B9A4-C6D3-9DEB-5D252769B18F}"/>
                </a:ext>
              </a:extLst>
            </p:cNvPr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2236;p43">
              <a:extLst>
                <a:ext uri="{FF2B5EF4-FFF2-40B4-BE49-F238E27FC236}">
                  <a16:creationId xmlns:a16="http://schemas.microsoft.com/office/drawing/2014/main" id="{009AECEE-B883-90E8-B619-C78EFD973543}"/>
                </a:ext>
              </a:extLst>
            </p:cNvPr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2237;p43">
              <a:extLst>
                <a:ext uri="{FF2B5EF4-FFF2-40B4-BE49-F238E27FC236}">
                  <a16:creationId xmlns:a16="http://schemas.microsoft.com/office/drawing/2014/main" id="{07D820F9-2C35-D493-6EED-C596C842E7F2}"/>
                </a:ext>
              </a:extLst>
            </p:cNvPr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2238;p43">
              <a:extLst>
                <a:ext uri="{FF2B5EF4-FFF2-40B4-BE49-F238E27FC236}">
                  <a16:creationId xmlns:a16="http://schemas.microsoft.com/office/drawing/2014/main" id="{B42C6B61-990B-3351-58A8-F8ACAE6A6983}"/>
                </a:ext>
              </a:extLst>
            </p:cNvPr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2239;p43">
              <a:extLst>
                <a:ext uri="{FF2B5EF4-FFF2-40B4-BE49-F238E27FC236}">
                  <a16:creationId xmlns:a16="http://schemas.microsoft.com/office/drawing/2014/main" id="{09CB8312-4E3C-EDEC-FBFF-0339D81ECB62}"/>
                </a:ext>
              </a:extLst>
            </p:cNvPr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2240;p43">
              <a:extLst>
                <a:ext uri="{FF2B5EF4-FFF2-40B4-BE49-F238E27FC236}">
                  <a16:creationId xmlns:a16="http://schemas.microsoft.com/office/drawing/2014/main" id="{6E260A1B-B766-457A-FDB2-4BD5CE8F6831}"/>
                </a:ext>
              </a:extLst>
            </p:cNvPr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2241;p43">
              <a:extLst>
                <a:ext uri="{FF2B5EF4-FFF2-40B4-BE49-F238E27FC236}">
                  <a16:creationId xmlns:a16="http://schemas.microsoft.com/office/drawing/2014/main" id="{F0B6425D-6E12-85C8-2F29-469B48979D96}"/>
                </a:ext>
              </a:extLst>
            </p:cNvPr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2242;p43">
              <a:extLst>
                <a:ext uri="{FF2B5EF4-FFF2-40B4-BE49-F238E27FC236}">
                  <a16:creationId xmlns:a16="http://schemas.microsoft.com/office/drawing/2014/main" id="{F3122359-8B22-45E8-A6DA-FFA0235832CB}"/>
                </a:ext>
              </a:extLst>
            </p:cNvPr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2243;p43">
              <a:extLst>
                <a:ext uri="{FF2B5EF4-FFF2-40B4-BE49-F238E27FC236}">
                  <a16:creationId xmlns:a16="http://schemas.microsoft.com/office/drawing/2014/main" id="{B9768928-3F8A-C91B-E386-8276E8BA8F12}"/>
                </a:ext>
              </a:extLst>
            </p:cNvPr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2244;p43">
              <a:extLst>
                <a:ext uri="{FF2B5EF4-FFF2-40B4-BE49-F238E27FC236}">
                  <a16:creationId xmlns:a16="http://schemas.microsoft.com/office/drawing/2014/main" id="{393B806D-FC72-69A6-B924-056366B00AD6}"/>
                </a:ext>
              </a:extLst>
            </p:cNvPr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2245;p43">
              <a:extLst>
                <a:ext uri="{FF2B5EF4-FFF2-40B4-BE49-F238E27FC236}">
                  <a16:creationId xmlns:a16="http://schemas.microsoft.com/office/drawing/2014/main" id="{B94C09CD-3EB5-F1CD-0AE6-427315D5D8B4}"/>
                </a:ext>
              </a:extLst>
            </p:cNvPr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2246;p43">
              <a:extLst>
                <a:ext uri="{FF2B5EF4-FFF2-40B4-BE49-F238E27FC236}">
                  <a16:creationId xmlns:a16="http://schemas.microsoft.com/office/drawing/2014/main" id="{6FA0D6B4-E812-803D-1CC3-7D376EB26A02}"/>
                </a:ext>
              </a:extLst>
            </p:cNvPr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2247;p43">
              <a:extLst>
                <a:ext uri="{FF2B5EF4-FFF2-40B4-BE49-F238E27FC236}">
                  <a16:creationId xmlns:a16="http://schemas.microsoft.com/office/drawing/2014/main" id="{C675B856-AA8A-649C-74CE-AB89E060FE97}"/>
                </a:ext>
              </a:extLst>
            </p:cNvPr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2248;p43">
              <a:extLst>
                <a:ext uri="{FF2B5EF4-FFF2-40B4-BE49-F238E27FC236}">
                  <a16:creationId xmlns:a16="http://schemas.microsoft.com/office/drawing/2014/main" id="{064AA847-EB25-C375-B32F-B15028F7BFFB}"/>
                </a:ext>
              </a:extLst>
            </p:cNvPr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2249;p43">
              <a:extLst>
                <a:ext uri="{FF2B5EF4-FFF2-40B4-BE49-F238E27FC236}">
                  <a16:creationId xmlns:a16="http://schemas.microsoft.com/office/drawing/2014/main" id="{FE808A13-B036-2571-CAD4-205C39F18E5A}"/>
                </a:ext>
              </a:extLst>
            </p:cNvPr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2250;p43">
              <a:extLst>
                <a:ext uri="{FF2B5EF4-FFF2-40B4-BE49-F238E27FC236}">
                  <a16:creationId xmlns:a16="http://schemas.microsoft.com/office/drawing/2014/main" id="{094F95EA-AF8B-0D15-15E6-F36E9D1DA2A9}"/>
                </a:ext>
              </a:extLst>
            </p:cNvPr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2251;p43">
              <a:extLst>
                <a:ext uri="{FF2B5EF4-FFF2-40B4-BE49-F238E27FC236}">
                  <a16:creationId xmlns:a16="http://schemas.microsoft.com/office/drawing/2014/main" id="{654993EB-BAB8-FFF5-AC02-F624F7717A2C}"/>
                </a:ext>
              </a:extLst>
            </p:cNvPr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2252;p43">
              <a:extLst>
                <a:ext uri="{FF2B5EF4-FFF2-40B4-BE49-F238E27FC236}">
                  <a16:creationId xmlns:a16="http://schemas.microsoft.com/office/drawing/2014/main" id="{342E4239-9298-4FEC-329A-00FC5384038F}"/>
                </a:ext>
              </a:extLst>
            </p:cNvPr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2253;p43">
              <a:extLst>
                <a:ext uri="{FF2B5EF4-FFF2-40B4-BE49-F238E27FC236}">
                  <a16:creationId xmlns:a16="http://schemas.microsoft.com/office/drawing/2014/main" id="{3835DDCF-4EFB-AFBB-46F7-A4140BD462ED}"/>
                </a:ext>
              </a:extLst>
            </p:cNvPr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2254;p43">
              <a:extLst>
                <a:ext uri="{FF2B5EF4-FFF2-40B4-BE49-F238E27FC236}">
                  <a16:creationId xmlns:a16="http://schemas.microsoft.com/office/drawing/2014/main" id="{FC3A4DEF-A5CD-995C-A945-7D04EBBC89BA}"/>
                </a:ext>
              </a:extLst>
            </p:cNvPr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2255;p43">
              <a:extLst>
                <a:ext uri="{FF2B5EF4-FFF2-40B4-BE49-F238E27FC236}">
                  <a16:creationId xmlns:a16="http://schemas.microsoft.com/office/drawing/2014/main" id="{4114EFED-0348-9B9F-7C31-E4CA52D50936}"/>
                </a:ext>
              </a:extLst>
            </p:cNvPr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2256;p43">
              <a:extLst>
                <a:ext uri="{FF2B5EF4-FFF2-40B4-BE49-F238E27FC236}">
                  <a16:creationId xmlns:a16="http://schemas.microsoft.com/office/drawing/2014/main" id="{C2090DE2-A2DB-DEB4-0D27-8BBFE396C559}"/>
                </a:ext>
              </a:extLst>
            </p:cNvPr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2257;p43">
              <a:extLst>
                <a:ext uri="{FF2B5EF4-FFF2-40B4-BE49-F238E27FC236}">
                  <a16:creationId xmlns:a16="http://schemas.microsoft.com/office/drawing/2014/main" id="{52E0CD75-83BC-E3A5-BF63-0C644BB78910}"/>
                </a:ext>
              </a:extLst>
            </p:cNvPr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2258;p43">
              <a:extLst>
                <a:ext uri="{FF2B5EF4-FFF2-40B4-BE49-F238E27FC236}">
                  <a16:creationId xmlns:a16="http://schemas.microsoft.com/office/drawing/2014/main" id="{CD66B9E2-4B18-E743-F7EA-F9C2CB1A7E51}"/>
                </a:ext>
              </a:extLst>
            </p:cNvPr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2259;p43">
              <a:extLst>
                <a:ext uri="{FF2B5EF4-FFF2-40B4-BE49-F238E27FC236}">
                  <a16:creationId xmlns:a16="http://schemas.microsoft.com/office/drawing/2014/main" id="{BD87F87A-D29D-99C0-FA86-006CE77692A8}"/>
                </a:ext>
              </a:extLst>
            </p:cNvPr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2260;p43">
              <a:extLst>
                <a:ext uri="{FF2B5EF4-FFF2-40B4-BE49-F238E27FC236}">
                  <a16:creationId xmlns:a16="http://schemas.microsoft.com/office/drawing/2014/main" id="{438E37AE-1AFD-EFB0-6E52-F2D89EB3F00D}"/>
                </a:ext>
              </a:extLst>
            </p:cNvPr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2261;p43">
              <a:extLst>
                <a:ext uri="{FF2B5EF4-FFF2-40B4-BE49-F238E27FC236}">
                  <a16:creationId xmlns:a16="http://schemas.microsoft.com/office/drawing/2014/main" id="{0BCE214C-F7C1-5DD6-3A3D-65CD43445CE0}"/>
                </a:ext>
              </a:extLst>
            </p:cNvPr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2262;p43">
              <a:extLst>
                <a:ext uri="{FF2B5EF4-FFF2-40B4-BE49-F238E27FC236}">
                  <a16:creationId xmlns:a16="http://schemas.microsoft.com/office/drawing/2014/main" id="{19681266-CE8F-A82E-1C9A-9E69873B3957}"/>
                </a:ext>
              </a:extLst>
            </p:cNvPr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2263;p43">
              <a:extLst>
                <a:ext uri="{FF2B5EF4-FFF2-40B4-BE49-F238E27FC236}">
                  <a16:creationId xmlns:a16="http://schemas.microsoft.com/office/drawing/2014/main" id="{21CADB67-66BC-E038-2329-6FB4113E6CA0}"/>
                </a:ext>
              </a:extLst>
            </p:cNvPr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2264;p43">
              <a:extLst>
                <a:ext uri="{FF2B5EF4-FFF2-40B4-BE49-F238E27FC236}">
                  <a16:creationId xmlns:a16="http://schemas.microsoft.com/office/drawing/2014/main" id="{4DFF24B4-B0F0-F30D-94A0-E1FB28510020}"/>
                </a:ext>
              </a:extLst>
            </p:cNvPr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2265;p43">
              <a:extLst>
                <a:ext uri="{FF2B5EF4-FFF2-40B4-BE49-F238E27FC236}">
                  <a16:creationId xmlns:a16="http://schemas.microsoft.com/office/drawing/2014/main" id="{66A48A44-B897-75D5-C62D-F55D3B662ED7}"/>
                </a:ext>
              </a:extLst>
            </p:cNvPr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2266;p43">
              <a:extLst>
                <a:ext uri="{FF2B5EF4-FFF2-40B4-BE49-F238E27FC236}">
                  <a16:creationId xmlns:a16="http://schemas.microsoft.com/office/drawing/2014/main" id="{79E7A4A1-0065-002A-CFAB-987BBE0FEFE4}"/>
                </a:ext>
              </a:extLst>
            </p:cNvPr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2267;p43">
              <a:extLst>
                <a:ext uri="{FF2B5EF4-FFF2-40B4-BE49-F238E27FC236}">
                  <a16:creationId xmlns:a16="http://schemas.microsoft.com/office/drawing/2014/main" id="{796AC9A4-5AEC-A322-1FD4-85E5E1CBE799}"/>
                </a:ext>
              </a:extLst>
            </p:cNvPr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2268;p43">
              <a:extLst>
                <a:ext uri="{FF2B5EF4-FFF2-40B4-BE49-F238E27FC236}">
                  <a16:creationId xmlns:a16="http://schemas.microsoft.com/office/drawing/2014/main" id="{CAE46DA4-1369-3928-92B1-D5BAF9F98E30}"/>
                </a:ext>
              </a:extLst>
            </p:cNvPr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2269;p43">
              <a:extLst>
                <a:ext uri="{FF2B5EF4-FFF2-40B4-BE49-F238E27FC236}">
                  <a16:creationId xmlns:a16="http://schemas.microsoft.com/office/drawing/2014/main" id="{D13685AD-EB95-B60A-AA67-D270CE58D2E2}"/>
                </a:ext>
              </a:extLst>
            </p:cNvPr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2270;p43">
              <a:extLst>
                <a:ext uri="{FF2B5EF4-FFF2-40B4-BE49-F238E27FC236}">
                  <a16:creationId xmlns:a16="http://schemas.microsoft.com/office/drawing/2014/main" id="{AD5F63CA-F288-98CD-59A0-9A0185AB0761}"/>
                </a:ext>
              </a:extLst>
            </p:cNvPr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2271;p43">
              <a:extLst>
                <a:ext uri="{FF2B5EF4-FFF2-40B4-BE49-F238E27FC236}">
                  <a16:creationId xmlns:a16="http://schemas.microsoft.com/office/drawing/2014/main" id="{627EC57E-1B9F-B4E1-35BF-9E0224AD1714}"/>
                </a:ext>
              </a:extLst>
            </p:cNvPr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2272;p43">
              <a:extLst>
                <a:ext uri="{FF2B5EF4-FFF2-40B4-BE49-F238E27FC236}">
                  <a16:creationId xmlns:a16="http://schemas.microsoft.com/office/drawing/2014/main" id="{960B2A85-5D52-D8C8-C3CA-18F252883789}"/>
                </a:ext>
              </a:extLst>
            </p:cNvPr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2273;p43">
              <a:extLst>
                <a:ext uri="{FF2B5EF4-FFF2-40B4-BE49-F238E27FC236}">
                  <a16:creationId xmlns:a16="http://schemas.microsoft.com/office/drawing/2014/main" id="{06B8469C-A648-E44A-E8A7-011F6280CFEE}"/>
                </a:ext>
              </a:extLst>
            </p:cNvPr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2274;p43">
              <a:extLst>
                <a:ext uri="{FF2B5EF4-FFF2-40B4-BE49-F238E27FC236}">
                  <a16:creationId xmlns:a16="http://schemas.microsoft.com/office/drawing/2014/main" id="{299A5D05-4ADF-A43E-0B10-857227255E61}"/>
                </a:ext>
              </a:extLst>
            </p:cNvPr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2275;p43">
              <a:extLst>
                <a:ext uri="{FF2B5EF4-FFF2-40B4-BE49-F238E27FC236}">
                  <a16:creationId xmlns:a16="http://schemas.microsoft.com/office/drawing/2014/main" id="{DEC08DC1-D694-5AAD-E71A-96B10BFFF615}"/>
                </a:ext>
              </a:extLst>
            </p:cNvPr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2276;p43">
              <a:extLst>
                <a:ext uri="{FF2B5EF4-FFF2-40B4-BE49-F238E27FC236}">
                  <a16:creationId xmlns:a16="http://schemas.microsoft.com/office/drawing/2014/main" id="{E3F5D2BC-4A1E-621E-5458-3A3084011760}"/>
                </a:ext>
              </a:extLst>
            </p:cNvPr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2277;p43">
              <a:extLst>
                <a:ext uri="{FF2B5EF4-FFF2-40B4-BE49-F238E27FC236}">
                  <a16:creationId xmlns:a16="http://schemas.microsoft.com/office/drawing/2014/main" id="{D4391CB2-F01A-779D-AC28-630B45709D29}"/>
                </a:ext>
              </a:extLst>
            </p:cNvPr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2278;p43">
              <a:extLst>
                <a:ext uri="{FF2B5EF4-FFF2-40B4-BE49-F238E27FC236}">
                  <a16:creationId xmlns:a16="http://schemas.microsoft.com/office/drawing/2014/main" id="{450FE140-CEFE-D690-DBB5-14133230B568}"/>
                </a:ext>
              </a:extLst>
            </p:cNvPr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2279;p43">
              <a:extLst>
                <a:ext uri="{FF2B5EF4-FFF2-40B4-BE49-F238E27FC236}">
                  <a16:creationId xmlns:a16="http://schemas.microsoft.com/office/drawing/2014/main" id="{DC16C36C-CBFB-5BFC-D1FD-FEC06EDD2E99}"/>
                </a:ext>
              </a:extLst>
            </p:cNvPr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2280;p43">
              <a:extLst>
                <a:ext uri="{FF2B5EF4-FFF2-40B4-BE49-F238E27FC236}">
                  <a16:creationId xmlns:a16="http://schemas.microsoft.com/office/drawing/2014/main" id="{503D42DA-EF92-82FE-3890-97EAB32928F6}"/>
                </a:ext>
              </a:extLst>
            </p:cNvPr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2281;p43">
              <a:extLst>
                <a:ext uri="{FF2B5EF4-FFF2-40B4-BE49-F238E27FC236}">
                  <a16:creationId xmlns:a16="http://schemas.microsoft.com/office/drawing/2014/main" id="{8E9D05E1-9652-255B-C17A-C8ACFB692F52}"/>
                </a:ext>
              </a:extLst>
            </p:cNvPr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2282;p43">
              <a:extLst>
                <a:ext uri="{FF2B5EF4-FFF2-40B4-BE49-F238E27FC236}">
                  <a16:creationId xmlns:a16="http://schemas.microsoft.com/office/drawing/2014/main" id="{9C050002-6359-285C-66A5-591B54363692}"/>
                </a:ext>
              </a:extLst>
            </p:cNvPr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2283;p43">
              <a:extLst>
                <a:ext uri="{FF2B5EF4-FFF2-40B4-BE49-F238E27FC236}">
                  <a16:creationId xmlns:a16="http://schemas.microsoft.com/office/drawing/2014/main" id="{D9FB43E2-5894-7878-E904-D121D53B590E}"/>
                </a:ext>
              </a:extLst>
            </p:cNvPr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2284;p43">
              <a:extLst>
                <a:ext uri="{FF2B5EF4-FFF2-40B4-BE49-F238E27FC236}">
                  <a16:creationId xmlns:a16="http://schemas.microsoft.com/office/drawing/2014/main" id="{E8443D63-5FA8-6CB9-5EFC-2279A7CBB518}"/>
                </a:ext>
              </a:extLst>
            </p:cNvPr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2285;p43">
              <a:extLst>
                <a:ext uri="{FF2B5EF4-FFF2-40B4-BE49-F238E27FC236}">
                  <a16:creationId xmlns:a16="http://schemas.microsoft.com/office/drawing/2014/main" id="{D9FC647D-B3CF-14EC-1416-81A348281E3C}"/>
                </a:ext>
              </a:extLst>
            </p:cNvPr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2286;p43">
              <a:extLst>
                <a:ext uri="{FF2B5EF4-FFF2-40B4-BE49-F238E27FC236}">
                  <a16:creationId xmlns:a16="http://schemas.microsoft.com/office/drawing/2014/main" id="{8B273BDF-4C6D-0427-168E-D151B92B27FD}"/>
                </a:ext>
              </a:extLst>
            </p:cNvPr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2287;p43">
              <a:extLst>
                <a:ext uri="{FF2B5EF4-FFF2-40B4-BE49-F238E27FC236}">
                  <a16:creationId xmlns:a16="http://schemas.microsoft.com/office/drawing/2014/main" id="{621B33A7-17CA-CC0E-390A-8F6047B21066}"/>
                </a:ext>
              </a:extLst>
            </p:cNvPr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2288;p43">
              <a:extLst>
                <a:ext uri="{FF2B5EF4-FFF2-40B4-BE49-F238E27FC236}">
                  <a16:creationId xmlns:a16="http://schemas.microsoft.com/office/drawing/2014/main" id="{D1C8148D-2055-9091-ECB0-2DFF3452DEB2}"/>
                </a:ext>
              </a:extLst>
            </p:cNvPr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2289;p43">
              <a:extLst>
                <a:ext uri="{FF2B5EF4-FFF2-40B4-BE49-F238E27FC236}">
                  <a16:creationId xmlns:a16="http://schemas.microsoft.com/office/drawing/2014/main" id="{18951C22-0F1E-77EA-4AE1-A6C5F4800259}"/>
                </a:ext>
              </a:extLst>
            </p:cNvPr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2290;p43">
              <a:extLst>
                <a:ext uri="{FF2B5EF4-FFF2-40B4-BE49-F238E27FC236}">
                  <a16:creationId xmlns:a16="http://schemas.microsoft.com/office/drawing/2014/main" id="{6D497CD9-5AE7-330C-011A-8F0D128D814C}"/>
                </a:ext>
              </a:extLst>
            </p:cNvPr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2291;p43">
              <a:extLst>
                <a:ext uri="{FF2B5EF4-FFF2-40B4-BE49-F238E27FC236}">
                  <a16:creationId xmlns:a16="http://schemas.microsoft.com/office/drawing/2014/main" id="{E57DF6E3-E600-8C90-311B-C161C0986405}"/>
                </a:ext>
              </a:extLst>
            </p:cNvPr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2292;p43">
              <a:extLst>
                <a:ext uri="{FF2B5EF4-FFF2-40B4-BE49-F238E27FC236}">
                  <a16:creationId xmlns:a16="http://schemas.microsoft.com/office/drawing/2014/main" id="{2EF8A65E-3E82-76C5-4152-B681ED7BD196}"/>
                </a:ext>
              </a:extLst>
            </p:cNvPr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0ACE774A-504E-B281-BEE3-A2DC1D4CB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99" y="223977"/>
            <a:ext cx="6172045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Testing</a:t>
            </a:r>
            <a:endParaRPr sz="3200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79B12D5-0B48-7527-BBCF-90F82E24E676}"/>
              </a:ext>
            </a:extLst>
          </p:cNvPr>
          <p:cNvSpPr txBox="1"/>
          <p:nvPr/>
        </p:nvSpPr>
        <p:spPr>
          <a:xfrm>
            <a:off x="470499" y="1093722"/>
            <a:ext cx="515270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used manual testing.</a:t>
            </a:r>
          </a:p>
          <a:p>
            <a:pPr marL="285750" lvl="8" indent="1588">
              <a:buFont typeface="Wingdings" panose="05000000000000000000" pitchFamily="2" charset="2"/>
              <a:buChar char="Ø"/>
            </a:pPr>
            <a:r>
              <a:rPr lang="en-US" dirty="0"/>
              <a:t>Communication testing</a:t>
            </a:r>
          </a:p>
          <a:p>
            <a:pPr marL="285750" lvl="8" indent="1588">
              <a:buFont typeface="Wingdings" panose="05000000000000000000" pitchFamily="2" charset="2"/>
              <a:buChar char="Ø"/>
            </a:pPr>
            <a:r>
              <a:rPr lang="en-US" dirty="0"/>
              <a:t>Network configuration inspection</a:t>
            </a:r>
          </a:p>
          <a:p>
            <a:pPr marL="285750" lvl="8" indent="1588">
              <a:buFont typeface="Wingdings" panose="05000000000000000000" pitchFamily="2" charset="2"/>
              <a:buChar char="Ø"/>
            </a:pPr>
            <a:r>
              <a:rPr lang="en-US" dirty="0"/>
              <a:t>Security check</a:t>
            </a:r>
          </a:p>
          <a:p>
            <a:pPr marL="285750" lvl="8"/>
            <a:endParaRPr lang="en-US" dirty="0"/>
          </a:p>
          <a:p>
            <a:r>
              <a:rPr lang="en-US" dirty="0"/>
              <a:t>The test cases were created based on a unique scenario which have: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Description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Test steps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Pre-conditions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Expected results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1774" name="Szövegdoboz 1773">
            <a:extLst>
              <a:ext uri="{FF2B5EF4-FFF2-40B4-BE49-F238E27FC236}">
                <a16:creationId xmlns:a16="http://schemas.microsoft.com/office/drawing/2014/main" id="{2D66E19F-2180-91A2-5905-F4C489061535}"/>
              </a:ext>
            </a:extLst>
          </p:cNvPr>
          <p:cNvSpPr txBox="1"/>
          <p:nvPr/>
        </p:nvSpPr>
        <p:spPr>
          <a:xfrm>
            <a:off x="2966657" y="2571750"/>
            <a:ext cx="15568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Actual results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Test datetime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Cisco version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Fail/Pass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Bug report ID</a:t>
            </a:r>
          </a:p>
          <a:p>
            <a:endParaRPr lang="en-US" dirty="0"/>
          </a:p>
        </p:txBody>
      </p:sp>
      <p:pic>
        <p:nvPicPr>
          <p:cNvPr id="1776" name="Kép 1775">
            <a:extLst>
              <a:ext uri="{FF2B5EF4-FFF2-40B4-BE49-F238E27FC236}">
                <a16:creationId xmlns:a16="http://schemas.microsoft.com/office/drawing/2014/main" id="{DDEC6A70-D0E6-6D77-9B77-99CB1F3A6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00" y="4049778"/>
            <a:ext cx="7934400" cy="4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6219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708">
          <a:extLst>
            <a:ext uri="{FF2B5EF4-FFF2-40B4-BE49-F238E27FC236}">
              <a16:creationId xmlns:a16="http://schemas.microsoft.com/office/drawing/2014/main" id="{CE75E35F-2A1E-06D0-EF11-8586B7C3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0B4A4367-2390-B8B2-DD57-687176DEE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8099" y="195177"/>
            <a:ext cx="8277501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Programs used for teamwork</a:t>
            </a:r>
            <a:endParaRPr sz="3200" dirty="0"/>
          </a:p>
        </p:txBody>
      </p:sp>
      <p:graphicFrame>
        <p:nvGraphicFramePr>
          <p:cNvPr id="37" name="Google Shape;1032;p25">
            <a:extLst>
              <a:ext uri="{FF2B5EF4-FFF2-40B4-BE49-F238E27FC236}">
                <a16:creationId xmlns:a16="http://schemas.microsoft.com/office/drawing/2014/main" id="{FD36EF9F-9549-DE0B-E8B1-A6405BF58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3390681"/>
              </p:ext>
            </p:extLst>
          </p:nvPr>
        </p:nvGraphicFramePr>
        <p:xfrm>
          <a:off x="670849" y="1413102"/>
          <a:ext cx="7422730" cy="2647700"/>
        </p:xfrm>
        <a:graphic>
          <a:graphicData uri="http://schemas.openxmlformats.org/drawingml/2006/table">
            <a:tbl>
              <a:tblPr>
                <a:noFill/>
                <a:tableStyleId>{720ABFBD-59EB-485C-91D7-9E3D03B874E8}</a:tableStyleId>
              </a:tblPr>
              <a:tblGrid>
                <a:gridCol w="110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Jira</a:t>
                      </a:r>
                      <a:endParaRPr sz="1000" b="1" u="sng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Assigning tasks - </a:t>
                      </a:r>
                      <a:r>
                        <a:rPr lang="en-US" sz="1000" dirty="0">
                          <a:hlinkClick r:id="rId3"/>
                        </a:rPr>
                        <a:t>Clockwork Free – Jira</a:t>
                      </a:r>
                      <a:r>
                        <a:rPr lang="en-US" sz="1000" dirty="0"/>
                        <a:t>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Discord</a:t>
                      </a:r>
                      <a:endParaRPr sz="1000" b="1" u="sng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Communication with the team</a:t>
                      </a:r>
                      <a:endParaRPr lang="en-US" sz="1000" dirty="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Git</a:t>
                      </a:r>
                      <a:endParaRPr sz="1000" b="1" u="sng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 push the actual version of the network -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r:id="rId4"/>
                        </a:rPr>
                        <a:t>link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sng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Google Sheets</a:t>
                      </a:r>
                      <a:endParaRPr sz="1000" b="1" u="sng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Documentation for the test -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r:id="rId5"/>
                        </a:rPr>
                        <a:t>link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4909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708">
          <a:extLst>
            <a:ext uri="{FF2B5EF4-FFF2-40B4-BE49-F238E27FC236}">
              <a16:creationId xmlns:a16="http://schemas.microsoft.com/office/drawing/2014/main" id="{9CFF6DEC-C1C7-BBAC-113F-DDC5E68C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6732D490-2AB9-F9C9-490E-3AA5ED567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8499" y="195177"/>
            <a:ext cx="8277501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Git</a:t>
            </a:r>
            <a:endParaRPr sz="32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9EC631C-161B-3289-E92E-9F58C5A3F755}"/>
              </a:ext>
            </a:extLst>
          </p:cNvPr>
          <p:cNvSpPr txBox="1"/>
          <p:nvPr/>
        </p:nvSpPr>
        <p:spPr>
          <a:xfrm>
            <a:off x="770400" y="1468800"/>
            <a:ext cx="1757212" cy="1021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hu-HU" dirty="0"/>
              <a:t>Version </a:t>
            </a:r>
            <a:r>
              <a:rPr lang="hu-HU" dirty="0" err="1"/>
              <a:t>tracking</a:t>
            </a:r>
            <a:endParaRPr lang="hu-H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hu-HU" dirty="0" err="1"/>
              <a:t>Branches</a:t>
            </a:r>
            <a:endParaRPr lang="hu-H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hu-HU" dirty="0"/>
              <a:t>Backup</a:t>
            </a:r>
            <a:endParaRPr lang="en-US" dirty="0"/>
          </a:p>
        </p:txBody>
      </p:sp>
      <p:pic>
        <p:nvPicPr>
          <p:cNvPr id="2052" name="Picture 4" descr="Git Icon Download png">
            <a:extLst>
              <a:ext uri="{FF2B5EF4-FFF2-40B4-BE49-F238E27FC236}">
                <a16:creationId xmlns:a16="http://schemas.microsoft.com/office/drawing/2014/main" id="{CD491F2B-FE59-2174-65F9-E6EA9FDC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27877"/>
            <a:ext cx="2940300" cy="2940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710860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708">
          <a:extLst>
            <a:ext uri="{FF2B5EF4-FFF2-40B4-BE49-F238E27FC236}">
              <a16:creationId xmlns:a16="http://schemas.microsoft.com/office/drawing/2014/main" id="{E773C419-9420-E957-D308-B84B5374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szöveg, képernyőkép, szoftver, Multimédiás szoftver látható">
            <a:extLst>
              <a:ext uri="{FF2B5EF4-FFF2-40B4-BE49-F238E27FC236}">
                <a16:creationId xmlns:a16="http://schemas.microsoft.com/office/drawing/2014/main" id="{4011C957-F903-CE16-F587-F628C81B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9595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8">
          <a:extLst>
            <a:ext uri="{FF2B5EF4-FFF2-40B4-BE49-F238E27FC236}">
              <a16:creationId xmlns:a16="http://schemas.microsoft.com/office/drawing/2014/main" id="{2720C08A-CD59-7265-D328-5E0D2BF2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>
            <a:extLst>
              <a:ext uri="{FF2B5EF4-FFF2-40B4-BE49-F238E27FC236}">
                <a16:creationId xmlns:a16="http://schemas.microsoft.com/office/drawing/2014/main" id="{B5A422E2-BF98-473B-2695-049E77EE91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8499" y="195177"/>
            <a:ext cx="8277501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Jira</a:t>
            </a:r>
            <a:endParaRPr sz="320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12AC9A1-A9BA-8778-AB92-CF000729AB07}"/>
              </a:ext>
            </a:extLst>
          </p:cNvPr>
          <p:cNvSpPr txBox="1"/>
          <p:nvPr/>
        </p:nvSpPr>
        <p:spPr>
          <a:xfrm>
            <a:off x="576000" y="1514025"/>
            <a:ext cx="21888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Task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Time management (estimated time, clockwork)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Scrum elements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1026" name="Picture 2" descr="Scrum Methodology for Digital Product Development">
            <a:extLst>
              <a:ext uri="{FF2B5EF4-FFF2-40B4-BE49-F238E27FC236}">
                <a16:creationId xmlns:a16="http://schemas.microsoft.com/office/drawing/2014/main" id="{243B52D8-D94E-0EE5-1886-D72037CE5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200" y="1074825"/>
            <a:ext cx="5608800" cy="3154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6590941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498">
          <a:extLst>
            <a:ext uri="{FF2B5EF4-FFF2-40B4-BE49-F238E27FC236}">
              <a16:creationId xmlns:a16="http://schemas.microsoft.com/office/drawing/2014/main" id="{5A2CF069-0A4C-AFF1-7915-3A7DC822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 descr="A képen diagram, szöveg, képernyőkép, térkép látható">
            <a:extLst>
              <a:ext uri="{FF2B5EF4-FFF2-40B4-BE49-F238E27FC236}">
                <a16:creationId xmlns:a16="http://schemas.microsoft.com/office/drawing/2014/main" id="{6FF8A2A2-8668-0F18-E3E0-06D30AAFB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34" y="553274"/>
            <a:ext cx="6909731" cy="4036951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93AC84B6-BCD1-8C75-B166-FBEB5BBBD432}"/>
              </a:ext>
            </a:extLst>
          </p:cNvPr>
          <p:cNvSpPr txBox="1"/>
          <p:nvPr/>
        </p:nvSpPr>
        <p:spPr>
          <a:xfrm>
            <a:off x="5990400" y="1948647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Palkó Máté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620C5E5E-7A56-7481-F197-77F00A2E572F}"/>
              </a:ext>
            </a:extLst>
          </p:cNvPr>
          <p:cNvSpPr txBox="1"/>
          <p:nvPr/>
        </p:nvSpPr>
        <p:spPr>
          <a:xfrm>
            <a:off x="1058400" y="1840926"/>
            <a:ext cx="1360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Toms </a:t>
            </a:r>
            <a:r>
              <a:rPr lang="en-US" dirty="0" err="1"/>
              <a:t>Krisztián</a:t>
            </a:r>
            <a:r>
              <a:rPr lang="en-US" dirty="0"/>
              <a:t> </a:t>
            </a:r>
            <a:r>
              <a:rPr lang="en-US" dirty="0" err="1"/>
              <a:t>József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9315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plans</a:t>
            </a:r>
            <a:br>
              <a:rPr lang="en-US" dirty="0"/>
            </a:br>
            <a:endParaRPr dirty="0"/>
          </a:p>
        </p:txBody>
      </p:sp>
      <p:sp>
        <p:nvSpPr>
          <p:cNvPr id="1072" name="Google Shape;1072;p26"/>
          <p:cNvSpPr txBox="1">
            <a:spLocks noGrp="1"/>
          </p:cNvSpPr>
          <p:nvPr>
            <p:ph type="title"/>
          </p:nvPr>
        </p:nvSpPr>
        <p:spPr>
          <a:xfrm>
            <a:off x="720000" y="2124150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074" name="Google Shape;1074;p26"/>
          <p:cNvSpPr txBox="1">
            <a:spLocks noGrp="1"/>
          </p:cNvSpPr>
          <p:nvPr>
            <p:ph type="title" idx="3"/>
          </p:nvPr>
        </p:nvSpPr>
        <p:spPr>
          <a:xfrm>
            <a:off x="2617916" y="2124143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076" name="Google Shape;1076;p26"/>
          <p:cNvSpPr txBox="1">
            <a:spLocks noGrp="1"/>
          </p:cNvSpPr>
          <p:nvPr>
            <p:ph type="title" idx="5"/>
          </p:nvPr>
        </p:nvSpPr>
        <p:spPr>
          <a:xfrm>
            <a:off x="4698355" y="2124150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78" name="Google Shape;1078;p26"/>
          <p:cNvSpPr txBox="1">
            <a:spLocks noGrp="1"/>
          </p:cNvSpPr>
          <p:nvPr>
            <p:ph type="subTitle" idx="1"/>
          </p:nvPr>
        </p:nvSpPr>
        <p:spPr>
          <a:xfrm>
            <a:off x="720000" y="2571743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PAT</a:t>
            </a:r>
            <a:endParaRPr dirty="0"/>
          </a:p>
        </p:txBody>
      </p:sp>
      <p:sp>
        <p:nvSpPr>
          <p:cNvPr id="1079" name="Google Shape;1079;p26"/>
          <p:cNvSpPr txBox="1">
            <a:spLocks noGrp="1"/>
          </p:cNvSpPr>
          <p:nvPr>
            <p:ph type="subTitle" idx="7"/>
          </p:nvPr>
        </p:nvSpPr>
        <p:spPr>
          <a:xfrm>
            <a:off x="2366667" y="2571743"/>
            <a:ext cx="1646822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IPv6</a:t>
            </a:r>
            <a:r>
              <a:rPr lang="hu-HU" dirty="0"/>
              <a:t> </a:t>
            </a:r>
            <a:r>
              <a:rPr lang="en-US" dirty="0"/>
              <a:t>instead of IPv4</a:t>
            </a:r>
            <a:endParaRPr dirty="0"/>
          </a:p>
        </p:txBody>
      </p:sp>
      <p:sp>
        <p:nvSpPr>
          <p:cNvPr id="1080" name="Google Shape;1080;p26"/>
          <p:cNvSpPr txBox="1">
            <a:spLocks noGrp="1"/>
          </p:cNvSpPr>
          <p:nvPr>
            <p:ph type="subTitle" idx="8"/>
          </p:nvPr>
        </p:nvSpPr>
        <p:spPr>
          <a:xfrm>
            <a:off x="4698355" y="2571743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IOT sensors</a:t>
            </a:r>
            <a:endParaRPr dirty="0"/>
          </a:p>
        </p:txBody>
      </p:sp>
      <p:grpSp>
        <p:nvGrpSpPr>
          <p:cNvPr id="1084" name="Google Shape;1084;p26"/>
          <p:cNvGrpSpPr/>
          <p:nvPr/>
        </p:nvGrpSpPr>
        <p:grpSpPr>
          <a:xfrm>
            <a:off x="6444695" y="1114373"/>
            <a:ext cx="1986215" cy="3269968"/>
            <a:chOff x="6934075" y="1778325"/>
            <a:chExt cx="689275" cy="1134775"/>
          </a:xfrm>
        </p:grpSpPr>
        <p:sp>
          <p:nvSpPr>
            <p:cNvPr id="1085" name="Google Shape;1085;p26"/>
            <p:cNvSpPr/>
            <p:nvPr/>
          </p:nvSpPr>
          <p:spPr>
            <a:xfrm>
              <a:off x="7486500" y="2665625"/>
              <a:ext cx="136850" cy="66125"/>
            </a:xfrm>
            <a:custGeom>
              <a:avLst/>
              <a:gdLst/>
              <a:ahLst/>
              <a:cxnLst/>
              <a:rect l="l" t="t" r="r" b="b"/>
              <a:pathLst>
                <a:path w="5474" h="2645" extrusionOk="0">
                  <a:moveTo>
                    <a:pt x="5418" y="1"/>
                  </a:moveTo>
                  <a:cubicBezTo>
                    <a:pt x="5390" y="1"/>
                    <a:pt x="5363" y="28"/>
                    <a:pt x="5363" y="56"/>
                  </a:cubicBezTo>
                  <a:lnTo>
                    <a:pt x="5363" y="520"/>
                  </a:lnTo>
                  <a:cubicBezTo>
                    <a:pt x="5363" y="557"/>
                    <a:pt x="5390" y="576"/>
                    <a:pt x="5418" y="576"/>
                  </a:cubicBezTo>
                  <a:cubicBezTo>
                    <a:pt x="5446" y="576"/>
                    <a:pt x="5474" y="557"/>
                    <a:pt x="5474" y="520"/>
                  </a:cubicBezTo>
                  <a:lnTo>
                    <a:pt x="5474" y="56"/>
                  </a:lnTo>
                  <a:cubicBezTo>
                    <a:pt x="5474" y="28"/>
                    <a:pt x="5455" y="1"/>
                    <a:pt x="5418" y="1"/>
                  </a:cubicBezTo>
                  <a:close/>
                  <a:moveTo>
                    <a:pt x="5418" y="928"/>
                  </a:moveTo>
                  <a:cubicBezTo>
                    <a:pt x="5390" y="928"/>
                    <a:pt x="5363" y="956"/>
                    <a:pt x="5363" y="984"/>
                  </a:cubicBezTo>
                  <a:lnTo>
                    <a:pt x="5363" y="1448"/>
                  </a:lnTo>
                  <a:cubicBezTo>
                    <a:pt x="5363" y="1485"/>
                    <a:pt x="5390" y="1503"/>
                    <a:pt x="5418" y="1503"/>
                  </a:cubicBezTo>
                  <a:cubicBezTo>
                    <a:pt x="5446" y="1503"/>
                    <a:pt x="5474" y="1485"/>
                    <a:pt x="5474" y="1448"/>
                  </a:cubicBezTo>
                  <a:lnTo>
                    <a:pt x="5474" y="984"/>
                  </a:lnTo>
                  <a:cubicBezTo>
                    <a:pt x="5474" y="956"/>
                    <a:pt x="5455" y="928"/>
                    <a:pt x="5418" y="928"/>
                  </a:cubicBezTo>
                  <a:close/>
                  <a:moveTo>
                    <a:pt x="5418" y="1856"/>
                  </a:moveTo>
                  <a:cubicBezTo>
                    <a:pt x="5390" y="1856"/>
                    <a:pt x="5363" y="1884"/>
                    <a:pt x="5363" y="1912"/>
                  </a:cubicBezTo>
                  <a:lnTo>
                    <a:pt x="5363" y="2375"/>
                  </a:lnTo>
                  <a:cubicBezTo>
                    <a:pt x="5363" y="2413"/>
                    <a:pt x="5390" y="2431"/>
                    <a:pt x="5418" y="2431"/>
                  </a:cubicBezTo>
                  <a:cubicBezTo>
                    <a:pt x="5446" y="2431"/>
                    <a:pt x="5474" y="2413"/>
                    <a:pt x="5474" y="2375"/>
                  </a:cubicBezTo>
                  <a:lnTo>
                    <a:pt x="5474" y="1912"/>
                  </a:lnTo>
                  <a:cubicBezTo>
                    <a:pt x="5474" y="1884"/>
                    <a:pt x="5455" y="1856"/>
                    <a:pt x="5418" y="1856"/>
                  </a:cubicBezTo>
                  <a:close/>
                  <a:moveTo>
                    <a:pt x="56" y="2524"/>
                  </a:moveTo>
                  <a:cubicBezTo>
                    <a:pt x="28" y="2524"/>
                    <a:pt x="1" y="2552"/>
                    <a:pt x="1" y="2589"/>
                  </a:cubicBezTo>
                  <a:cubicBezTo>
                    <a:pt x="1" y="2617"/>
                    <a:pt x="28" y="2644"/>
                    <a:pt x="56" y="2644"/>
                  </a:cubicBezTo>
                  <a:lnTo>
                    <a:pt x="520" y="2644"/>
                  </a:lnTo>
                  <a:cubicBezTo>
                    <a:pt x="557" y="2644"/>
                    <a:pt x="585" y="2617"/>
                    <a:pt x="585" y="2589"/>
                  </a:cubicBezTo>
                  <a:cubicBezTo>
                    <a:pt x="585" y="2552"/>
                    <a:pt x="557" y="2524"/>
                    <a:pt x="520" y="2524"/>
                  </a:cubicBezTo>
                  <a:close/>
                  <a:moveTo>
                    <a:pt x="984" y="2524"/>
                  </a:moveTo>
                  <a:cubicBezTo>
                    <a:pt x="956" y="2524"/>
                    <a:pt x="928" y="2552"/>
                    <a:pt x="928" y="2589"/>
                  </a:cubicBezTo>
                  <a:cubicBezTo>
                    <a:pt x="928" y="2617"/>
                    <a:pt x="956" y="2644"/>
                    <a:pt x="984" y="2644"/>
                  </a:cubicBezTo>
                  <a:lnTo>
                    <a:pt x="1448" y="2644"/>
                  </a:lnTo>
                  <a:cubicBezTo>
                    <a:pt x="1485" y="2644"/>
                    <a:pt x="1513" y="2617"/>
                    <a:pt x="1513" y="2589"/>
                  </a:cubicBezTo>
                  <a:cubicBezTo>
                    <a:pt x="1513" y="2552"/>
                    <a:pt x="1485" y="2524"/>
                    <a:pt x="1448" y="2524"/>
                  </a:cubicBezTo>
                  <a:close/>
                  <a:moveTo>
                    <a:pt x="1912" y="2524"/>
                  </a:moveTo>
                  <a:cubicBezTo>
                    <a:pt x="1884" y="2524"/>
                    <a:pt x="1856" y="2552"/>
                    <a:pt x="1856" y="2589"/>
                  </a:cubicBezTo>
                  <a:cubicBezTo>
                    <a:pt x="1856" y="2617"/>
                    <a:pt x="1884" y="2644"/>
                    <a:pt x="1912" y="2644"/>
                  </a:cubicBezTo>
                  <a:lnTo>
                    <a:pt x="2375" y="2644"/>
                  </a:lnTo>
                  <a:cubicBezTo>
                    <a:pt x="2413" y="2644"/>
                    <a:pt x="2440" y="2617"/>
                    <a:pt x="2440" y="2589"/>
                  </a:cubicBezTo>
                  <a:cubicBezTo>
                    <a:pt x="2440" y="2552"/>
                    <a:pt x="2413" y="2524"/>
                    <a:pt x="2375" y="2524"/>
                  </a:cubicBezTo>
                  <a:close/>
                  <a:moveTo>
                    <a:pt x="2839" y="2524"/>
                  </a:moveTo>
                  <a:cubicBezTo>
                    <a:pt x="2812" y="2524"/>
                    <a:pt x="2784" y="2552"/>
                    <a:pt x="2784" y="2589"/>
                  </a:cubicBezTo>
                  <a:cubicBezTo>
                    <a:pt x="2784" y="2617"/>
                    <a:pt x="2812" y="2644"/>
                    <a:pt x="2839" y="2644"/>
                  </a:cubicBezTo>
                  <a:lnTo>
                    <a:pt x="3303" y="2644"/>
                  </a:lnTo>
                  <a:cubicBezTo>
                    <a:pt x="3340" y="2644"/>
                    <a:pt x="3368" y="2617"/>
                    <a:pt x="3368" y="2589"/>
                  </a:cubicBezTo>
                  <a:cubicBezTo>
                    <a:pt x="3368" y="2552"/>
                    <a:pt x="3340" y="2524"/>
                    <a:pt x="3303" y="2524"/>
                  </a:cubicBezTo>
                  <a:close/>
                  <a:moveTo>
                    <a:pt x="3767" y="2524"/>
                  </a:moveTo>
                  <a:cubicBezTo>
                    <a:pt x="3739" y="2524"/>
                    <a:pt x="3711" y="2552"/>
                    <a:pt x="3711" y="2589"/>
                  </a:cubicBezTo>
                  <a:cubicBezTo>
                    <a:pt x="3711" y="2617"/>
                    <a:pt x="3739" y="2644"/>
                    <a:pt x="3767" y="2644"/>
                  </a:cubicBezTo>
                  <a:lnTo>
                    <a:pt x="4231" y="2644"/>
                  </a:lnTo>
                  <a:cubicBezTo>
                    <a:pt x="4268" y="2644"/>
                    <a:pt x="4296" y="2617"/>
                    <a:pt x="4296" y="2589"/>
                  </a:cubicBezTo>
                  <a:cubicBezTo>
                    <a:pt x="4296" y="2552"/>
                    <a:pt x="4268" y="2524"/>
                    <a:pt x="4231" y="2524"/>
                  </a:cubicBezTo>
                  <a:close/>
                  <a:moveTo>
                    <a:pt x="4695" y="2524"/>
                  </a:moveTo>
                  <a:cubicBezTo>
                    <a:pt x="4667" y="2524"/>
                    <a:pt x="4639" y="2552"/>
                    <a:pt x="4639" y="2589"/>
                  </a:cubicBezTo>
                  <a:cubicBezTo>
                    <a:pt x="4639" y="2617"/>
                    <a:pt x="4667" y="2644"/>
                    <a:pt x="4695" y="2644"/>
                  </a:cubicBezTo>
                  <a:lnTo>
                    <a:pt x="5159" y="2644"/>
                  </a:lnTo>
                  <a:cubicBezTo>
                    <a:pt x="5196" y="2644"/>
                    <a:pt x="5223" y="2617"/>
                    <a:pt x="5223" y="2589"/>
                  </a:cubicBezTo>
                  <a:cubicBezTo>
                    <a:pt x="5223" y="2552"/>
                    <a:pt x="5196" y="2524"/>
                    <a:pt x="5159" y="2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7313500" y="2548975"/>
              <a:ext cx="85375" cy="41525"/>
            </a:xfrm>
            <a:custGeom>
              <a:avLst/>
              <a:gdLst/>
              <a:ahLst/>
              <a:cxnLst/>
              <a:rect l="l" t="t" r="r" b="b"/>
              <a:pathLst>
                <a:path w="3415" h="1661" extrusionOk="0">
                  <a:moveTo>
                    <a:pt x="3358" y="0"/>
                  </a:moveTo>
                  <a:cubicBezTo>
                    <a:pt x="3321" y="0"/>
                    <a:pt x="3293" y="28"/>
                    <a:pt x="3293" y="65"/>
                  </a:cubicBezTo>
                  <a:lnTo>
                    <a:pt x="3293" y="260"/>
                  </a:lnTo>
                  <a:cubicBezTo>
                    <a:pt x="3293" y="297"/>
                    <a:pt x="3321" y="316"/>
                    <a:pt x="3358" y="316"/>
                  </a:cubicBezTo>
                  <a:cubicBezTo>
                    <a:pt x="3386" y="316"/>
                    <a:pt x="3414" y="297"/>
                    <a:pt x="3414" y="260"/>
                  </a:cubicBezTo>
                  <a:lnTo>
                    <a:pt x="3414" y="65"/>
                  </a:lnTo>
                  <a:cubicBezTo>
                    <a:pt x="3414" y="28"/>
                    <a:pt x="3386" y="0"/>
                    <a:pt x="3358" y="0"/>
                  </a:cubicBezTo>
                  <a:close/>
                  <a:moveTo>
                    <a:pt x="56" y="613"/>
                  </a:moveTo>
                  <a:cubicBezTo>
                    <a:pt x="28" y="613"/>
                    <a:pt x="0" y="641"/>
                    <a:pt x="0" y="668"/>
                  </a:cubicBezTo>
                  <a:lnTo>
                    <a:pt x="0" y="678"/>
                  </a:lnTo>
                  <a:cubicBezTo>
                    <a:pt x="0" y="706"/>
                    <a:pt x="28" y="733"/>
                    <a:pt x="56" y="733"/>
                  </a:cubicBezTo>
                  <a:lnTo>
                    <a:pt x="520" y="733"/>
                  </a:lnTo>
                  <a:cubicBezTo>
                    <a:pt x="548" y="733"/>
                    <a:pt x="575" y="706"/>
                    <a:pt x="575" y="668"/>
                  </a:cubicBezTo>
                  <a:cubicBezTo>
                    <a:pt x="575" y="641"/>
                    <a:pt x="548" y="613"/>
                    <a:pt x="520" y="613"/>
                  </a:cubicBezTo>
                  <a:close/>
                  <a:moveTo>
                    <a:pt x="984" y="613"/>
                  </a:moveTo>
                  <a:cubicBezTo>
                    <a:pt x="946" y="613"/>
                    <a:pt x="928" y="641"/>
                    <a:pt x="928" y="668"/>
                  </a:cubicBezTo>
                  <a:cubicBezTo>
                    <a:pt x="928" y="706"/>
                    <a:pt x="946" y="733"/>
                    <a:pt x="984" y="733"/>
                  </a:cubicBezTo>
                  <a:lnTo>
                    <a:pt x="1447" y="733"/>
                  </a:lnTo>
                  <a:cubicBezTo>
                    <a:pt x="1475" y="733"/>
                    <a:pt x="1503" y="706"/>
                    <a:pt x="1503" y="668"/>
                  </a:cubicBezTo>
                  <a:cubicBezTo>
                    <a:pt x="1503" y="641"/>
                    <a:pt x="1475" y="613"/>
                    <a:pt x="1447" y="613"/>
                  </a:cubicBezTo>
                  <a:close/>
                  <a:moveTo>
                    <a:pt x="1911" y="613"/>
                  </a:moveTo>
                  <a:cubicBezTo>
                    <a:pt x="1874" y="613"/>
                    <a:pt x="1856" y="641"/>
                    <a:pt x="1856" y="668"/>
                  </a:cubicBezTo>
                  <a:cubicBezTo>
                    <a:pt x="1856" y="706"/>
                    <a:pt x="1874" y="733"/>
                    <a:pt x="1911" y="733"/>
                  </a:cubicBezTo>
                  <a:lnTo>
                    <a:pt x="2375" y="733"/>
                  </a:lnTo>
                  <a:cubicBezTo>
                    <a:pt x="2403" y="733"/>
                    <a:pt x="2431" y="706"/>
                    <a:pt x="2431" y="668"/>
                  </a:cubicBezTo>
                  <a:cubicBezTo>
                    <a:pt x="2431" y="641"/>
                    <a:pt x="2403" y="613"/>
                    <a:pt x="2375" y="613"/>
                  </a:cubicBezTo>
                  <a:close/>
                  <a:moveTo>
                    <a:pt x="2839" y="613"/>
                  </a:moveTo>
                  <a:cubicBezTo>
                    <a:pt x="2802" y="613"/>
                    <a:pt x="2783" y="641"/>
                    <a:pt x="2783" y="668"/>
                  </a:cubicBezTo>
                  <a:cubicBezTo>
                    <a:pt x="2783" y="706"/>
                    <a:pt x="2802" y="733"/>
                    <a:pt x="2839" y="733"/>
                  </a:cubicBezTo>
                  <a:lnTo>
                    <a:pt x="3303" y="733"/>
                  </a:lnTo>
                  <a:cubicBezTo>
                    <a:pt x="3331" y="733"/>
                    <a:pt x="3358" y="706"/>
                    <a:pt x="3358" y="668"/>
                  </a:cubicBezTo>
                  <a:cubicBezTo>
                    <a:pt x="3358" y="641"/>
                    <a:pt x="3331" y="613"/>
                    <a:pt x="3303" y="613"/>
                  </a:cubicBezTo>
                  <a:close/>
                  <a:moveTo>
                    <a:pt x="56" y="1086"/>
                  </a:moveTo>
                  <a:cubicBezTo>
                    <a:pt x="28" y="1086"/>
                    <a:pt x="0" y="1104"/>
                    <a:pt x="0" y="1142"/>
                  </a:cubicBezTo>
                  <a:lnTo>
                    <a:pt x="0" y="1605"/>
                  </a:lnTo>
                  <a:cubicBezTo>
                    <a:pt x="0" y="1633"/>
                    <a:pt x="28" y="1661"/>
                    <a:pt x="56" y="1661"/>
                  </a:cubicBezTo>
                  <a:cubicBezTo>
                    <a:pt x="93" y="1661"/>
                    <a:pt x="121" y="1633"/>
                    <a:pt x="121" y="1605"/>
                  </a:cubicBezTo>
                  <a:lnTo>
                    <a:pt x="121" y="1142"/>
                  </a:lnTo>
                  <a:cubicBezTo>
                    <a:pt x="121" y="1104"/>
                    <a:pt x="93" y="1086"/>
                    <a:pt x="56" y="1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7252725" y="2143825"/>
              <a:ext cx="207600" cy="156800"/>
            </a:xfrm>
            <a:custGeom>
              <a:avLst/>
              <a:gdLst/>
              <a:ahLst/>
              <a:cxnLst/>
              <a:rect l="l" t="t" r="r" b="b"/>
              <a:pathLst>
                <a:path w="8304" h="627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75"/>
                    <a:pt x="56" y="575"/>
                  </a:cubicBezTo>
                  <a:cubicBezTo>
                    <a:pt x="94" y="575"/>
                    <a:pt x="112" y="557"/>
                    <a:pt x="112" y="520"/>
                  </a:cubicBezTo>
                  <a:lnTo>
                    <a:pt x="112" y="56"/>
                  </a:lnTo>
                  <a:cubicBezTo>
                    <a:pt x="112" y="28"/>
                    <a:pt x="94" y="0"/>
                    <a:pt x="56" y="0"/>
                  </a:cubicBezTo>
                  <a:close/>
                  <a:moveTo>
                    <a:pt x="5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7"/>
                  </a:lnTo>
                  <a:cubicBezTo>
                    <a:pt x="1" y="1484"/>
                    <a:pt x="29" y="1503"/>
                    <a:pt x="56" y="1503"/>
                  </a:cubicBezTo>
                  <a:cubicBezTo>
                    <a:pt x="94" y="1503"/>
                    <a:pt x="112" y="1484"/>
                    <a:pt x="112" y="1447"/>
                  </a:cubicBezTo>
                  <a:lnTo>
                    <a:pt x="112" y="984"/>
                  </a:lnTo>
                  <a:cubicBezTo>
                    <a:pt x="112" y="956"/>
                    <a:pt x="94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9" y="1856"/>
                    <a:pt x="1" y="1883"/>
                    <a:pt x="1" y="1911"/>
                  </a:cubicBezTo>
                  <a:lnTo>
                    <a:pt x="1" y="2375"/>
                  </a:lnTo>
                  <a:cubicBezTo>
                    <a:pt x="1" y="2412"/>
                    <a:pt x="29" y="2431"/>
                    <a:pt x="56" y="2431"/>
                  </a:cubicBezTo>
                  <a:cubicBezTo>
                    <a:pt x="94" y="2431"/>
                    <a:pt x="112" y="2412"/>
                    <a:pt x="112" y="2375"/>
                  </a:cubicBezTo>
                  <a:lnTo>
                    <a:pt x="112" y="1911"/>
                  </a:lnTo>
                  <a:cubicBezTo>
                    <a:pt x="112" y="1883"/>
                    <a:pt x="94" y="1856"/>
                    <a:pt x="56" y="1856"/>
                  </a:cubicBezTo>
                  <a:close/>
                  <a:moveTo>
                    <a:pt x="66" y="2774"/>
                  </a:moveTo>
                  <a:cubicBezTo>
                    <a:pt x="29" y="2774"/>
                    <a:pt x="10" y="2802"/>
                    <a:pt x="10" y="2830"/>
                  </a:cubicBezTo>
                  <a:cubicBezTo>
                    <a:pt x="10" y="2867"/>
                    <a:pt x="29" y="2895"/>
                    <a:pt x="66" y="2895"/>
                  </a:cubicBezTo>
                  <a:lnTo>
                    <a:pt x="530" y="2895"/>
                  </a:lnTo>
                  <a:cubicBezTo>
                    <a:pt x="557" y="2895"/>
                    <a:pt x="585" y="2867"/>
                    <a:pt x="585" y="2830"/>
                  </a:cubicBezTo>
                  <a:cubicBezTo>
                    <a:pt x="585" y="2802"/>
                    <a:pt x="557" y="2774"/>
                    <a:pt x="530" y="2774"/>
                  </a:cubicBezTo>
                  <a:close/>
                  <a:moveTo>
                    <a:pt x="993" y="2774"/>
                  </a:moveTo>
                  <a:cubicBezTo>
                    <a:pt x="956" y="2774"/>
                    <a:pt x="938" y="2802"/>
                    <a:pt x="938" y="2830"/>
                  </a:cubicBezTo>
                  <a:cubicBezTo>
                    <a:pt x="938" y="2867"/>
                    <a:pt x="956" y="2895"/>
                    <a:pt x="993" y="2895"/>
                  </a:cubicBezTo>
                  <a:lnTo>
                    <a:pt x="1457" y="2895"/>
                  </a:lnTo>
                  <a:cubicBezTo>
                    <a:pt x="1485" y="2895"/>
                    <a:pt x="1513" y="2867"/>
                    <a:pt x="1513" y="2830"/>
                  </a:cubicBezTo>
                  <a:cubicBezTo>
                    <a:pt x="1513" y="2802"/>
                    <a:pt x="1485" y="2774"/>
                    <a:pt x="1457" y="2774"/>
                  </a:cubicBezTo>
                  <a:close/>
                  <a:moveTo>
                    <a:pt x="1921" y="2774"/>
                  </a:moveTo>
                  <a:cubicBezTo>
                    <a:pt x="1884" y="2774"/>
                    <a:pt x="1865" y="2802"/>
                    <a:pt x="1865" y="2830"/>
                  </a:cubicBezTo>
                  <a:cubicBezTo>
                    <a:pt x="1865" y="2867"/>
                    <a:pt x="1884" y="2895"/>
                    <a:pt x="1921" y="2895"/>
                  </a:cubicBezTo>
                  <a:lnTo>
                    <a:pt x="2385" y="2895"/>
                  </a:lnTo>
                  <a:cubicBezTo>
                    <a:pt x="2413" y="2895"/>
                    <a:pt x="2441" y="2867"/>
                    <a:pt x="2441" y="2830"/>
                  </a:cubicBezTo>
                  <a:cubicBezTo>
                    <a:pt x="2441" y="2802"/>
                    <a:pt x="2413" y="2774"/>
                    <a:pt x="2385" y="2774"/>
                  </a:cubicBezTo>
                  <a:close/>
                  <a:moveTo>
                    <a:pt x="2849" y="2774"/>
                  </a:moveTo>
                  <a:cubicBezTo>
                    <a:pt x="2812" y="2774"/>
                    <a:pt x="2793" y="2802"/>
                    <a:pt x="2793" y="2830"/>
                  </a:cubicBezTo>
                  <a:cubicBezTo>
                    <a:pt x="2793" y="2867"/>
                    <a:pt x="2812" y="2895"/>
                    <a:pt x="2849" y="2895"/>
                  </a:cubicBezTo>
                  <a:lnTo>
                    <a:pt x="3313" y="2895"/>
                  </a:lnTo>
                  <a:cubicBezTo>
                    <a:pt x="3340" y="2895"/>
                    <a:pt x="3368" y="2867"/>
                    <a:pt x="3368" y="2830"/>
                  </a:cubicBezTo>
                  <a:cubicBezTo>
                    <a:pt x="3368" y="2802"/>
                    <a:pt x="3340" y="2774"/>
                    <a:pt x="3313" y="2774"/>
                  </a:cubicBezTo>
                  <a:close/>
                  <a:moveTo>
                    <a:pt x="3776" y="2774"/>
                  </a:moveTo>
                  <a:cubicBezTo>
                    <a:pt x="3739" y="2774"/>
                    <a:pt x="3721" y="2802"/>
                    <a:pt x="3721" y="2830"/>
                  </a:cubicBezTo>
                  <a:cubicBezTo>
                    <a:pt x="3721" y="2867"/>
                    <a:pt x="3739" y="2895"/>
                    <a:pt x="3776" y="2895"/>
                  </a:cubicBezTo>
                  <a:lnTo>
                    <a:pt x="4240" y="2895"/>
                  </a:lnTo>
                  <a:cubicBezTo>
                    <a:pt x="4268" y="2895"/>
                    <a:pt x="4296" y="2867"/>
                    <a:pt x="4296" y="2830"/>
                  </a:cubicBezTo>
                  <a:cubicBezTo>
                    <a:pt x="4296" y="2802"/>
                    <a:pt x="4268" y="2774"/>
                    <a:pt x="4240" y="2774"/>
                  </a:cubicBezTo>
                  <a:close/>
                  <a:moveTo>
                    <a:pt x="4704" y="2774"/>
                  </a:moveTo>
                  <a:cubicBezTo>
                    <a:pt x="4667" y="2774"/>
                    <a:pt x="4648" y="2802"/>
                    <a:pt x="4648" y="2830"/>
                  </a:cubicBezTo>
                  <a:cubicBezTo>
                    <a:pt x="4648" y="2867"/>
                    <a:pt x="4667" y="2895"/>
                    <a:pt x="4704" y="2895"/>
                  </a:cubicBezTo>
                  <a:lnTo>
                    <a:pt x="5168" y="2895"/>
                  </a:lnTo>
                  <a:cubicBezTo>
                    <a:pt x="5196" y="2895"/>
                    <a:pt x="5224" y="2867"/>
                    <a:pt x="5224" y="2830"/>
                  </a:cubicBezTo>
                  <a:cubicBezTo>
                    <a:pt x="5224" y="2802"/>
                    <a:pt x="5196" y="2774"/>
                    <a:pt x="5168" y="2774"/>
                  </a:cubicBezTo>
                  <a:close/>
                  <a:moveTo>
                    <a:pt x="5632" y="2774"/>
                  </a:moveTo>
                  <a:cubicBezTo>
                    <a:pt x="5595" y="2774"/>
                    <a:pt x="5576" y="2802"/>
                    <a:pt x="5576" y="2830"/>
                  </a:cubicBezTo>
                  <a:cubicBezTo>
                    <a:pt x="5576" y="2867"/>
                    <a:pt x="5595" y="2895"/>
                    <a:pt x="5632" y="2895"/>
                  </a:cubicBezTo>
                  <a:lnTo>
                    <a:pt x="6096" y="2895"/>
                  </a:lnTo>
                  <a:cubicBezTo>
                    <a:pt x="6123" y="2895"/>
                    <a:pt x="6151" y="2867"/>
                    <a:pt x="6151" y="2830"/>
                  </a:cubicBezTo>
                  <a:cubicBezTo>
                    <a:pt x="6151" y="2802"/>
                    <a:pt x="6123" y="2774"/>
                    <a:pt x="6096" y="2774"/>
                  </a:cubicBezTo>
                  <a:close/>
                  <a:moveTo>
                    <a:pt x="6559" y="2774"/>
                  </a:moveTo>
                  <a:cubicBezTo>
                    <a:pt x="6522" y="2774"/>
                    <a:pt x="6504" y="2802"/>
                    <a:pt x="6504" y="2830"/>
                  </a:cubicBezTo>
                  <a:cubicBezTo>
                    <a:pt x="6504" y="2867"/>
                    <a:pt x="6522" y="2895"/>
                    <a:pt x="6559" y="2895"/>
                  </a:cubicBezTo>
                  <a:lnTo>
                    <a:pt x="7023" y="2895"/>
                  </a:lnTo>
                  <a:cubicBezTo>
                    <a:pt x="7051" y="2895"/>
                    <a:pt x="7079" y="2867"/>
                    <a:pt x="7079" y="2830"/>
                  </a:cubicBezTo>
                  <a:cubicBezTo>
                    <a:pt x="7079" y="2802"/>
                    <a:pt x="7051" y="2774"/>
                    <a:pt x="7023" y="2774"/>
                  </a:cubicBezTo>
                  <a:close/>
                  <a:moveTo>
                    <a:pt x="7487" y="2774"/>
                  </a:moveTo>
                  <a:cubicBezTo>
                    <a:pt x="7450" y="2774"/>
                    <a:pt x="7431" y="2802"/>
                    <a:pt x="7431" y="2830"/>
                  </a:cubicBezTo>
                  <a:cubicBezTo>
                    <a:pt x="7431" y="2867"/>
                    <a:pt x="7450" y="2895"/>
                    <a:pt x="7487" y="2895"/>
                  </a:cubicBezTo>
                  <a:lnTo>
                    <a:pt x="7951" y="2895"/>
                  </a:lnTo>
                  <a:cubicBezTo>
                    <a:pt x="7979" y="2895"/>
                    <a:pt x="8007" y="2867"/>
                    <a:pt x="8007" y="2830"/>
                  </a:cubicBezTo>
                  <a:cubicBezTo>
                    <a:pt x="8007" y="2802"/>
                    <a:pt x="7979" y="2774"/>
                    <a:pt x="7951" y="2774"/>
                  </a:cubicBezTo>
                  <a:close/>
                  <a:moveTo>
                    <a:pt x="8248" y="2941"/>
                  </a:moveTo>
                  <a:cubicBezTo>
                    <a:pt x="8211" y="2941"/>
                    <a:pt x="8183" y="2969"/>
                    <a:pt x="8183" y="3006"/>
                  </a:cubicBezTo>
                  <a:lnTo>
                    <a:pt x="8183" y="3470"/>
                  </a:lnTo>
                  <a:cubicBezTo>
                    <a:pt x="8183" y="3497"/>
                    <a:pt x="8211" y="3525"/>
                    <a:pt x="8248" y="3525"/>
                  </a:cubicBezTo>
                  <a:cubicBezTo>
                    <a:pt x="8276" y="3525"/>
                    <a:pt x="8303" y="3497"/>
                    <a:pt x="8303" y="3470"/>
                  </a:cubicBezTo>
                  <a:lnTo>
                    <a:pt x="8303" y="3006"/>
                  </a:lnTo>
                  <a:cubicBezTo>
                    <a:pt x="8303" y="2969"/>
                    <a:pt x="8276" y="2941"/>
                    <a:pt x="8248" y="2941"/>
                  </a:cubicBezTo>
                  <a:close/>
                  <a:moveTo>
                    <a:pt x="8248" y="3869"/>
                  </a:moveTo>
                  <a:cubicBezTo>
                    <a:pt x="8211" y="3869"/>
                    <a:pt x="8183" y="3896"/>
                    <a:pt x="8183" y="3933"/>
                  </a:cubicBezTo>
                  <a:lnTo>
                    <a:pt x="8183" y="4397"/>
                  </a:lnTo>
                  <a:cubicBezTo>
                    <a:pt x="8183" y="4425"/>
                    <a:pt x="8211" y="4453"/>
                    <a:pt x="8248" y="4453"/>
                  </a:cubicBezTo>
                  <a:cubicBezTo>
                    <a:pt x="8276" y="4453"/>
                    <a:pt x="8303" y="4425"/>
                    <a:pt x="8303" y="4397"/>
                  </a:cubicBezTo>
                  <a:lnTo>
                    <a:pt x="8303" y="3933"/>
                  </a:lnTo>
                  <a:cubicBezTo>
                    <a:pt x="8303" y="3896"/>
                    <a:pt x="8276" y="3869"/>
                    <a:pt x="8248" y="3869"/>
                  </a:cubicBezTo>
                  <a:close/>
                  <a:moveTo>
                    <a:pt x="8248" y="4796"/>
                  </a:moveTo>
                  <a:cubicBezTo>
                    <a:pt x="8211" y="4796"/>
                    <a:pt x="8183" y="4824"/>
                    <a:pt x="8183" y="4861"/>
                  </a:cubicBezTo>
                  <a:lnTo>
                    <a:pt x="8183" y="5325"/>
                  </a:lnTo>
                  <a:cubicBezTo>
                    <a:pt x="8183" y="5353"/>
                    <a:pt x="8211" y="5381"/>
                    <a:pt x="8248" y="5381"/>
                  </a:cubicBezTo>
                  <a:cubicBezTo>
                    <a:pt x="8276" y="5381"/>
                    <a:pt x="8303" y="5353"/>
                    <a:pt x="8303" y="5325"/>
                  </a:cubicBezTo>
                  <a:lnTo>
                    <a:pt x="8303" y="4861"/>
                  </a:lnTo>
                  <a:cubicBezTo>
                    <a:pt x="8303" y="4824"/>
                    <a:pt x="8276" y="4796"/>
                    <a:pt x="8248" y="4796"/>
                  </a:cubicBezTo>
                  <a:close/>
                  <a:moveTo>
                    <a:pt x="8248" y="5724"/>
                  </a:moveTo>
                  <a:cubicBezTo>
                    <a:pt x="8211" y="5724"/>
                    <a:pt x="8183" y="5752"/>
                    <a:pt x="8183" y="5789"/>
                  </a:cubicBezTo>
                  <a:lnTo>
                    <a:pt x="8183" y="6216"/>
                  </a:lnTo>
                  <a:cubicBezTo>
                    <a:pt x="8183" y="6253"/>
                    <a:pt x="8211" y="6271"/>
                    <a:pt x="8248" y="6271"/>
                  </a:cubicBezTo>
                  <a:cubicBezTo>
                    <a:pt x="8276" y="6271"/>
                    <a:pt x="8303" y="6253"/>
                    <a:pt x="8303" y="6216"/>
                  </a:cubicBezTo>
                  <a:lnTo>
                    <a:pt x="8303" y="5789"/>
                  </a:lnTo>
                  <a:cubicBezTo>
                    <a:pt x="8303" y="5752"/>
                    <a:pt x="8276" y="5724"/>
                    <a:pt x="8248" y="5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7564200" y="1778325"/>
              <a:ext cx="41075" cy="41075"/>
            </a:xfrm>
            <a:custGeom>
              <a:avLst/>
              <a:gdLst/>
              <a:ahLst/>
              <a:cxnLst/>
              <a:rect l="l" t="t" r="r" b="b"/>
              <a:pathLst>
                <a:path w="1643" h="1643" extrusionOk="0">
                  <a:moveTo>
                    <a:pt x="826" y="186"/>
                  </a:moveTo>
                  <a:lnTo>
                    <a:pt x="1049" y="585"/>
                  </a:lnTo>
                  <a:cubicBezTo>
                    <a:pt x="1049" y="594"/>
                    <a:pt x="1058" y="603"/>
                    <a:pt x="1067" y="603"/>
                  </a:cubicBezTo>
                  <a:lnTo>
                    <a:pt x="1466" y="826"/>
                  </a:lnTo>
                  <a:lnTo>
                    <a:pt x="1067" y="1048"/>
                  </a:lnTo>
                  <a:cubicBezTo>
                    <a:pt x="1058" y="1048"/>
                    <a:pt x="1049" y="1058"/>
                    <a:pt x="1039" y="1067"/>
                  </a:cubicBezTo>
                  <a:lnTo>
                    <a:pt x="826" y="1466"/>
                  </a:lnTo>
                  <a:lnTo>
                    <a:pt x="603" y="1067"/>
                  </a:lnTo>
                  <a:cubicBezTo>
                    <a:pt x="603" y="1058"/>
                    <a:pt x="594" y="1048"/>
                    <a:pt x="585" y="1039"/>
                  </a:cubicBezTo>
                  <a:lnTo>
                    <a:pt x="186" y="826"/>
                  </a:lnTo>
                  <a:lnTo>
                    <a:pt x="585" y="603"/>
                  </a:lnTo>
                  <a:cubicBezTo>
                    <a:pt x="594" y="603"/>
                    <a:pt x="603" y="594"/>
                    <a:pt x="603" y="585"/>
                  </a:cubicBezTo>
                  <a:lnTo>
                    <a:pt x="826" y="186"/>
                  </a:lnTo>
                  <a:close/>
                  <a:moveTo>
                    <a:pt x="826" y="0"/>
                  </a:moveTo>
                  <a:cubicBezTo>
                    <a:pt x="807" y="0"/>
                    <a:pt x="789" y="19"/>
                    <a:pt x="780" y="37"/>
                  </a:cubicBezTo>
                  <a:lnTo>
                    <a:pt x="511" y="510"/>
                  </a:lnTo>
                  <a:lnTo>
                    <a:pt x="37" y="770"/>
                  </a:lnTo>
                  <a:cubicBezTo>
                    <a:pt x="19" y="779"/>
                    <a:pt x="0" y="798"/>
                    <a:pt x="0" y="826"/>
                  </a:cubicBezTo>
                  <a:cubicBezTo>
                    <a:pt x="0" y="844"/>
                    <a:pt x="19" y="863"/>
                    <a:pt x="37" y="872"/>
                  </a:cubicBezTo>
                  <a:lnTo>
                    <a:pt x="511" y="1141"/>
                  </a:lnTo>
                  <a:lnTo>
                    <a:pt x="770" y="1614"/>
                  </a:lnTo>
                  <a:cubicBezTo>
                    <a:pt x="780" y="1633"/>
                    <a:pt x="798" y="1642"/>
                    <a:pt x="826" y="1642"/>
                  </a:cubicBezTo>
                  <a:cubicBezTo>
                    <a:pt x="845" y="1642"/>
                    <a:pt x="863" y="1633"/>
                    <a:pt x="872" y="1614"/>
                  </a:cubicBezTo>
                  <a:lnTo>
                    <a:pt x="1141" y="1141"/>
                  </a:lnTo>
                  <a:lnTo>
                    <a:pt x="1615" y="881"/>
                  </a:lnTo>
                  <a:cubicBezTo>
                    <a:pt x="1633" y="863"/>
                    <a:pt x="1642" y="844"/>
                    <a:pt x="1642" y="826"/>
                  </a:cubicBezTo>
                  <a:cubicBezTo>
                    <a:pt x="1642" y="807"/>
                    <a:pt x="1633" y="789"/>
                    <a:pt x="1615" y="779"/>
                  </a:cubicBezTo>
                  <a:lnTo>
                    <a:pt x="1141" y="510"/>
                  </a:lnTo>
                  <a:lnTo>
                    <a:pt x="882" y="37"/>
                  </a:lnTo>
                  <a:cubicBezTo>
                    <a:pt x="863" y="9"/>
                    <a:pt x="845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6975825" y="2325875"/>
              <a:ext cx="51500" cy="51275"/>
            </a:xfrm>
            <a:custGeom>
              <a:avLst/>
              <a:gdLst/>
              <a:ahLst/>
              <a:cxnLst/>
              <a:rect l="l" t="t" r="r" b="b"/>
              <a:pathLst>
                <a:path w="2060" h="2051" extrusionOk="0">
                  <a:moveTo>
                    <a:pt x="1030" y="177"/>
                  </a:moveTo>
                  <a:lnTo>
                    <a:pt x="1327" y="715"/>
                  </a:lnTo>
                  <a:cubicBezTo>
                    <a:pt x="1327" y="724"/>
                    <a:pt x="1336" y="733"/>
                    <a:pt x="1346" y="733"/>
                  </a:cubicBezTo>
                  <a:lnTo>
                    <a:pt x="1874" y="1030"/>
                  </a:lnTo>
                  <a:lnTo>
                    <a:pt x="1346" y="1318"/>
                  </a:lnTo>
                  <a:cubicBezTo>
                    <a:pt x="1336" y="1327"/>
                    <a:pt x="1327" y="1336"/>
                    <a:pt x="1318" y="1345"/>
                  </a:cubicBezTo>
                  <a:lnTo>
                    <a:pt x="1030" y="1874"/>
                  </a:lnTo>
                  <a:lnTo>
                    <a:pt x="733" y="1336"/>
                  </a:lnTo>
                  <a:cubicBezTo>
                    <a:pt x="733" y="1327"/>
                    <a:pt x="724" y="1318"/>
                    <a:pt x="715" y="1318"/>
                  </a:cubicBezTo>
                  <a:lnTo>
                    <a:pt x="186" y="1021"/>
                  </a:lnTo>
                  <a:lnTo>
                    <a:pt x="715" y="733"/>
                  </a:lnTo>
                  <a:cubicBezTo>
                    <a:pt x="724" y="724"/>
                    <a:pt x="733" y="715"/>
                    <a:pt x="743" y="705"/>
                  </a:cubicBezTo>
                  <a:lnTo>
                    <a:pt x="1030" y="177"/>
                  </a:lnTo>
                  <a:close/>
                  <a:moveTo>
                    <a:pt x="1030" y="0"/>
                  </a:moveTo>
                  <a:cubicBezTo>
                    <a:pt x="1012" y="0"/>
                    <a:pt x="993" y="10"/>
                    <a:pt x="984" y="28"/>
                  </a:cubicBezTo>
                  <a:lnTo>
                    <a:pt x="640" y="640"/>
                  </a:lnTo>
                  <a:lnTo>
                    <a:pt x="28" y="974"/>
                  </a:lnTo>
                  <a:cubicBezTo>
                    <a:pt x="10" y="984"/>
                    <a:pt x="0" y="1002"/>
                    <a:pt x="0" y="1021"/>
                  </a:cubicBezTo>
                  <a:cubicBezTo>
                    <a:pt x="0" y="1039"/>
                    <a:pt x="10" y="1067"/>
                    <a:pt x="28" y="1076"/>
                  </a:cubicBezTo>
                  <a:lnTo>
                    <a:pt x="640" y="1410"/>
                  </a:lnTo>
                  <a:lnTo>
                    <a:pt x="974" y="2023"/>
                  </a:lnTo>
                  <a:cubicBezTo>
                    <a:pt x="984" y="2041"/>
                    <a:pt x="1002" y="2050"/>
                    <a:pt x="1030" y="2050"/>
                  </a:cubicBezTo>
                  <a:cubicBezTo>
                    <a:pt x="1049" y="2050"/>
                    <a:pt x="1067" y="2041"/>
                    <a:pt x="1076" y="2023"/>
                  </a:cubicBezTo>
                  <a:lnTo>
                    <a:pt x="1410" y="1410"/>
                  </a:lnTo>
                  <a:lnTo>
                    <a:pt x="2023" y="1076"/>
                  </a:lnTo>
                  <a:cubicBezTo>
                    <a:pt x="2041" y="1067"/>
                    <a:pt x="2060" y="1049"/>
                    <a:pt x="2060" y="1030"/>
                  </a:cubicBezTo>
                  <a:cubicBezTo>
                    <a:pt x="2060" y="1002"/>
                    <a:pt x="2041" y="984"/>
                    <a:pt x="2023" y="974"/>
                  </a:cubicBezTo>
                  <a:lnTo>
                    <a:pt x="1420" y="640"/>
                  </a:lnTo>
                  <a:lnTo>
                    <a:pt x="1086" y="28"/>
                  </a:lnTo>
                  <a:cubicBezTo>
                    <a:pt x="1076" y="10"/>
                    <a:pt x="1058" y="0"/>
                    <a:pt x="1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6992525" y="1930925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6" y="112"/>
                  </a:moveTo>
                  <a:cubicBezTo>
                    <a:pt x="622" y="112"/>
                    <a:pt x="770" y="260"/>
                    <a:pt x="770" y="436"/>
                  </a:cubicBezTo>
                  <a:cubicBezTo>
                    <a:pt x="770" y="622"/>
                    <a:pt x="622" y="761"/>
                    <a:pt x="446" y="761"/>
                  </a:cubicBezTo>
                  <a:cubicBezTo>
                    <a:pt x="260" y="761"/>
                    <a:pt x="112" y="622"/>
                    <a:pt x="112" y="436"/>
                  </a:cubicBezTo>
                  <a:cubicBezTo>
                    <a:pt x="112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195" y="0"/>
                    <a:pt x="0" y="195"/>
                    <a:pt x="0" y="436"/>
                  </a:cubicBezTo>
                  <a:cubicBezTo>
                    <a:pt x="0" y="687"/>
                    <a:pt x="195" y="882"/>
                    <a:pt x="446" y="882"/>
                  </a:cubicBezTo>
                  <a:cubicBezTo>
                    <a:pt x="687" y="882"/>
                    <a:pt x="882" y="687"/>
                    <a:pt x="882" y="436"/>
                  </a:cubicBezTo>
                  <a:cubicBezTo>
                    <a:pt x="882" y="195"/>
                    <a:pt x="687" y="0"/>
                    <a:pt x="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6934075" y="2211075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95" y="455"/>
                    <a:pt x="121" y="381"/>
                    <a:pt x="121" y="288"/>
                  </a:cubicBezTo>
                  <a:cubicBezTo>
                    <a:pt x="12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1" y="130"/>
                    <a:pt x="1" y="288"/>
                  </a:cubicBezTo>
                  <a:cubicBezTo>
                    <a:pt x="1" y="446"/>
                    <a:pt x="130" y="566"/>
                    <a:pt x="288" y="566"/>
                  </a:cubicBezTo>
                  <a:cubicBezTo>
                    <a:pt x="446" y="566"/>
                    <a:pt x="566" y="446"/>
                    <a:pt x="566" y="288"/>
                  </a:cubicBezTo>
                  <a:cubicBezTo>
                    <a:pt x="566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6935000" y="2456875"/>
              <a:ext cx="344900" cy="344675"/>
            </a:xfrm>
            <a:custGeom>
              <a:avLst/>
              <a:gdLst/>
              <a:ahLst/>
              <a:cxnLst/>
              <a:rect l="l" t="t" r="r" b="b"/>
              <a:pathLst>
                <a:path w="13796" h="13787" extrusionOk="0">
                  <a:moveTo>
                    <a:pt x="6912" y="3796"/>
                  </a:moveTo>
                  <a:cubicBezTo>
                    <a:pt x="7506" y="3796"/>
                    <a:pt x="8099" y="3972"/>
                    <a:pt x="8609" y="4315"/>
                  </a:cubicBezTo>
                  <a:cubicBezTo>
                    <a:pt x="9361" y="4816"/>
                    <a:pt x="9853" y="5614"/>
                    <a:pt x="9964" y="6514"/>
                  </a:cubicBezTo>
                  <a:cubicBezTo>
                    <a:pt x="10149" y="7998"/>
                    <a:pt x="9203" y="9427"/>
                    <a:pt x="7765" y="9835"/>
                  </a:cubicBezTo>
                  <a:cubicBezTo>
                    <a:pt x="7482" y="9916"/>
                    <a:pt x="7191" y="9957"/>
                    <a:pt x="6903" y="9957"/>
                  </a:cubicBezTo>
                  <a:cubicBezTo>
                    <a:pt x="6303" y="9957"/>
                    <a:pt x="5712" y="9783"/>
                    <a:pt x="5205" y="9445"/>
                  </a:cubicBezTo>
                  <a:cubicBezTo>
                    <a:pt x="4453" y="8944"/>
                    <a:pt x="3962" y="8147"/>
                    <a:pt x="3851" y="7247"/>
                  </a:cubicBezTo>
                  <a:cubicBezTo>
                    <a:pt x="3674" y="5762"/>
                    <a:pt x="4620" y="4334"/>
                    <a:pt x="6049" y="3916"/>
                  </a:cubicBezTo>
                  <a:cubicBezTo>
                    <a:pt x="6337" y="3842"/>
                    <a:pt x="6624" y="3796"/>
                    <a:pt x="6912" y="3796"/>
                  </a:cubicBezTo>
                  <a:close/>
                  <a:moveTo>
                    <a:pt x="6911" y="3680"/>
                  </a:moveTo>
                  <a:cubicBezTo>
                    <a:pt x="6614" y="3680"/>
                    <a:pt x="6315" y="3721"/>
                    <a:pt x="6021" y="3805"/>
                  </a:cubicBezTo>
                  <a:cubicBezTo>
                    <a:pt x="4528" y="4232"/>
                    <a:pt x="3544" y="5716"/>
                    <a:pt x="3739" y="7256"/>
                  </a:cubicBezTo>
                  <a:cubicBezTo>
                    <a:pt x="3851" y="8193"/>
                    <a:pt x="4361" y="9028"/>
                    <a:pt x="5140" y="9538"/>
                  </a:cubicBezTo>
                  <a:cubicBezTo>
                    <a:pt x="5669" y="9891"/>
                    <a:pt x="6290" y="10076"/>
                    <a:pt x="6912" y="10076"/>
                  </a:cubicBezTo>
                  <a:cubicBezTo>
                    <a:pt x="7209" y="10076"/>
                    <a:pt x="7506" y="10030"/>
                    <a:pt x="7793" y="9946"/>
                  </a:cubicBezTo>
                  <a:cubicBezTo>
                    <a:pt x="9287" y="9519"/>
                    <a:pt x="10270" y="8035"/>
                    <a:pt x="10084" y="6495"/>
                  </a:cubicBezTo>
                  <a:cubicBezTo>
                    <a:pt x="9964" y="5568"/>
                    <a:pt x="9454" y="4733"/>
                    <a:pt x="8674" y="4213"/>
                  </a:cubicBezTo>
                  <a:cubicBezTo>
                    <a:pt x="8147" y="3862"/>
                    <a:pt x="7534" y="3680"/>
                    <a:pt x="6911" y="3680"/>
                  </a:cubicBezTo>
                  <a:close/>
                  <a:moveTo>
                    <a:pt x="5928" y="118"/>
                  </a:moveTo>
                  <a:cubicBezTo>
                    <a:pt x="5934" y="118"/>
                    <a:pt x="5938" y="122"/>
                    <a:pt x="5938" y="122"/>
                  </a:cubicBezTo>
                  <a:cubicBezTo>
                    <a:pt x="5938" y="122"/>
                    <a:pt x="5947" y="122"/>
                    <a:pt x="5947" y="132"/>
                  </a:cubicBezTo>
                  <a:lnTo>
                    <a:pt x="6411" y="1588"/>
                  </a:lnTo>
                  <a:cubicBezTo>
                    <a:pt x="6428" y="1646"/>
                    <a:pt x="6474" y="1682"/>
                    <a:pt x="6530" y="1682"/>
                  </a:cubicBezTo>
                  <a:cubicBezTo>
                    <a:pt x="6537" y="1682"/>
                    <a:pt x="6543" y="1682"/>
                    <a:pt x="6550" y="1681"/>
                  </a:cubicBezTo>
                  <a:cubicBezTo>
                    <a:pt x="6670" y="1672"/>
                    <a:pt x="6789" y="1668"/>
                    <a:pt x="6907" y="1668"/>
                  </a:cubicBezTo>
                  <a:cubicBezTo>
                    <a:pt x="7323" y="1668"/>
                    <a:pt x="7732" y="1719"/>
                    <a:pt x="8136" y="1820"/>
                  </a:cubicBezTo>
                  <a:cubicBezTo>
                    <a:pt x="8150" y="1824"/>
                    <a:pt x="8163" y="1826"/>
                    <a:pt x="8177" y="1826"/>
                  </a:cubicBezTo>
                  <a:cubicBezTo>
                    <a:pt x="8227" y="1826"/>
                    <a:pt x="8272" y="1799"/>
                    <a:pt x="8294" y="1755"/>
                  </a:cubicBezTo>
                  <a:lnTo>
                    <a:pt x="8999" y="391"/>
                  </a:lnTo>
                  <a:cubicBezTo>
                    <a:pt x="8999" y="382"/>
                    <a:pt x="9018" y="382"/>
                    <a:pt x="9027" y="382"/>
                  </a:cubicBezTo>
                  <a:lnTo>
                    <a:pt x="11003" y="1412"/>
                  </a:lnTo>
                  <a:cubicBezTo>
                    <a:pt x="11012" y="1412"/>
                    <a:pt x="11012" y="1430"/>
                    <a:pt x="11012" y="1440"/>
                  </a:cubicBezTo>
                  <a:lnTo>
                    <a:pt x="10307" y="2794"/>
                  </a:lnTo>
                  <a:cubicBezTo>
                    <a:pt x="10279" y="2850"/>
                    <a:pt x="10289" y="2924"/>
                    <a:pt x="10335" y="2961"/>
                  </a:cubicBezTo>
                  <a:cubicBezTo>
                    <a:pt x="10743" y="3313"/>
                    <a:pt x="11086" y="3731"/>
                    <a:pt x="11365" y="4185"/>
                  </a:cubicBezTo>
                  <a:cubicBezTo>
                    <a:pt x="11386" y="4227"/>
                    <a:pt x="11427" y="4248"/>
                    <a:pt x="11474" y="4248"/>
                  </a:cubicBezTo>
                  <a:cubicBezTo>
                    <a:pt x="11490" y="4248"/>
                    <a:pt x="11506" y="4246"/>
                    <a:pt x="11522" y="4241"/>
                  </a:cubicBezTo>
                  <a:lnTo>
                    <a:pt x="12979" y="3787"/>
                  </a:lnTo>
                  <a:cubicBezTo>
                    <a:pt x="12981" y="3784"/>
                    <a:pt x="12985" y="3783"/>
                    <a:pt x="12989" y="3783"/>
                  </a:cubicBezTo>
                  <a:cubicBezTo>
                    <a:pt x="12997" y="3783"/>
                    <a:pt x="13007" y="3789"/>
                    <a:pt x="13007" y="3796"/>
                  </a:cubicBezTo>
                  <a:lnTo>
                    <a:pt x="13675" y="5920"/>
                  </a:lnTo>
                  <a:cubicBezTo>
                    <a:pt x="13675" y="5929"/>
                    <a:pt x="13675" y="5939"/>
                    <a:pt x="13665" y="5948"/>
                  </a:cubicBezTo>
                  <a:lnTo>
                    <a:pt x="12200" y="6403"/>
                  </a:lnTo>
                  <a:cubicBezTo>
                    <a:pt x="12144" y="6421"/>
                    <a:pt x="12107" y="6486"/>
                    <a:pt x="12107" y="6542"/>
                  </a:cubicBezTo>
                  <a:cubicBezTo>
                    <a:pt x="12144" y="7080"/>
                    <a:pt x="12097" y="7618"/>
                    <a:pt x="11968" y="8137"/>
                  </a:cubicBezTo>
                  <a:cubicBezTo>
                    <a:pt x="11958" y="8202"/>
                    <a:pt x="11986" y="8258"/>
                    <a:pt x="12042" y="8295"/>
                  </a:cubicBezTo>
                  <a:lnTo>
                    <a:pt x="13396" y="9000"/>
                  </a:lnTo>
                  <a:cubicBezTo>
                    <a:pt x="13415" y="9000"/>
                    <a:pt x="13415" y="9009"/>
                    <a:pt x="13406" y="9028"/>
                  </a:cubicBezTo>
                  <a:lnTo>
                    <a:pt x="12385" y="10994"/>
                  </a:lnTo>
                  <a:cubicBezTo>
                    <a:pt x="12379" y="11001"/>
                    <a:pt x="12372" y="11008"/>
                    <a:pt x="12365" y="11008"/>
                  </a:cubicBezTo>
                  <a:cubicBezTo>
                    <a:pt x="12363" y="11008"/>
                    <a:pt x="12360" y="11006"/>
                    <a:pt x="12357" y="11004"/>
                  </a:cubicBezTo>
                  <a:lnTo>
                    <a:pt x="10994" y="10299"/>
                  </a:lnTo>
                  <a:cubicBezTo>
                    <a:pt x="10977" y="10289"/>
                    <a:pt x="10957" y="10284"/>
                    <a:pt x="10936" y="10284"/>
                  </a:cubicBezTo>
                  <a:cubicBezTo>
                    <a:pt x="10899" y="10284"/>
                    <a:pt x="10860" y="10300"/>
                    <a:pt x="10836" y="10336"/>
                  </a:cubicBezTo>
                  <a:cubicBezTo>
                    <a:pt x="10483" y="10735"/>
                    <a:pt x="10066" y="11087"/>
                    <a:pt x="9611" y="11366"/>
                  </a:cubicBezTo>
                  <a:cubicBezTo>
                    <a:pt x="9556" y="11393"/>
                    <a:pt x="9528" y="11458"/>
                    <a:pt x="9546" y="11523"/>
                  </a:cubicBezTo>
                  <a:lnTo>
                    <a:pt x="10010" y="12980"/>
                  </a:lnTo>
                  <a:cubicBezTo>
                    <a:pt x="10010" y="12989"/>
                    <a:pt x="10010" y="12998"/>
                    <a:pt x="10001" y="13008"/>
                  </a:cubicBezTo>
                  <a:lnTo>
                    <a:pt x="7877" y="13675"/>
                  </a:lnTo>
                  <a:cubicBezTo>
                    <a:pt x="7867" y="13675"/>
                    <a:pt x="7849" y="13666"/>
                    <a:pt x="7849" y="13657"/>
                  </a:cubicBezTo>
                  <a:lnTo>
                    <a:pt x="7385" y="12200"/>
                  </a:lnTo>
                  <a:cubicBezTo>
                    <a:pt x="7366" y="12145"/>
                    <a:pt x="7320" y="12108"/>
                    <a:pt x="7255" y="12108"/>
                  </a:cubicBezTo>
                  <a:lnTo>
                    <a:pt x="7246" y="12108"/>
                  </a:lnTo>
                  <a:cubicBezTo>
                    <a:pt x="7128" y="12116"/>
                    <a:pt x="7010" y="12120"/>
                    <a:pt x="6892" y="12120"/>
                  </a:cubicBezTo>
                  <a:cubicBezTo>
                    <a:pt x="6479" y="12120"/>
                    <a:pt x="6064" y="12070"/>
                    <a:pt x="5659" y="11969"/>
                  </a:cubicBezTo>
                  <a:cubicBezTo>
                    <a:pt x="5651" y="11967"/>
                    <a:pt x="5643" y="11967"/>
                    <a:pt x="5635" y="11967"/>
                  </a:cubicBezTo>
                  <a:cubicBezTo>
                    <a:pt x="5579" y="11967"/>
                    <a:pt x="5526" y="11994"/>
                    <a:pt x="5502" y="12043"/>
                  </a:cubicBezTo>
                  <a:lnTo>
                    <a:pt x="4797" y="13397"/>
                  </a:lnTo>
                  <a:cubicBezTo>
                    <a:pt x="4797" y="13404"/>
                    <a:pt x="4787" y="13410"/>
                    <a:pt x="4779" y="13410"/>
                  </a:cubicBezTo>
                  <a:cubicBezTo>
                    <a:pt x="4775" y="13410"/>
                    <a:pt x="4772" y="13409"/>
                    <a:pt x="4769" y="13406"/>
                  </a:cubicBezTo>
                  <a:lnTo>
                    <a:pt x="2793" y="12386"/>
                  </a:lnTo>
                  <a:cubicBezTo>
                    <a:pt x="2784" y="12377"/>
                    <a:pt x="2784" y="12367"/>
                    <a:pt x="2784" y="12358"/>
                  </a:cubicBezTo>
                  <a:lnTo>
                    <a:pt x="3489" y="10994"/>
                  </a:lnTo>
                  <a:cubicBezTo>
                    <a:pt x="3517" y="10939"/>
                    <a:pt x="3507" y="10874"/>
                    <a:pt x="3461" y="10828"/>
                  </a:cubicBezTo>
                  <a:cubicBezTo>
                    <a:pt x="3053" y="10475"/>
                    <a:pt x="2709" y="10067"/>
                    <a:pt x="2431" y="9612"/>
                  </a:cubicBezTo>
                  <a:cubicBezTo>
                    <a:pt x="2409" y="9568"/>
                    <a:pt x="2364" y="9542"/>
                    <a:pt x="2314" y="9542"/>
                  </a:cubicBezTo>
                  <a:cubicBezTo>
                    <a:pt x="2301" y="9542"/>
                    <a:pt x="2287" y="9543"/>
                    <a:pt x="2273" y="9547"/>
                  </a:cubicBezTo>
                  <a:lnTo>
                    <a:pt x="817" y="10011"/>
                  </a:lnTo>
                  <a:cubicBezTo>
                    <a:pt x="808" y="10011"/>
                    <a:pt x="789" y="10002"/>
                    <a:pt x="789" y="9993"/>
                  </a:cubicBezTo>
                  <a:lnTo>
                    <a:pt x="121" y="7878"/>
                  </a:lnTo>
                  <a:cubicBezTo>
                    <a:pt x="121" y="7868"/>
                    <a:pt x="121" y="7850"/>
                    <a:pt x="131" y="7850"/>
                  </a:cubicBezTo>
                  <a:lnTo>
                    <a:pt x="1596" y="7386"/>
                  </a:lnTo>
                  <a:cubicBezTo>
                    <a:pt x="1652" y="7367"/>
                    <a:pt x="1689" y="7312"/>
                    <a:pt x="1689" y="7247"/>
                  </a:cubicBezTo>
                  <a:cubicBezTo>
                    <a:pt x="1652" y="6709"/>
                    <a:pt x="1698" y="6180"/>
                    <a:pt x="1828" y="5651"/>
                  </a:cubicBezTo>
                  <a:cubicBezTo>
                    <a:pt x="1837" y="5595"/>
                    <a:pt x="1810" y="5531"/>
                    <a:pt x="1754" y="5503"/>
                  </a:cubicBezTo>
                  <a:lnTo>
                    <a:pt x="400" y="4798"/>
                  </a:lnTo>
                  <a:cubicBezTo>
                    <a:pt x="390" y="4788"/>
                    <a:pt x="381" y="4779"/>
                    <a:pt x="390" y="4770"/>
                  </a:cubicBezTo>
                  <a:lnTo>
                    <a:pt x="1411" y="2794"/>
                  </a:lnTo>
                  <a:cubicBezTo>
                    <a:pt x="1420" y="2785"/>
                    <a:pt x="1429" y="2785"/>
                    <a:pt x="1439" y="2785"/>
                  </a:cubicBezTo>
                  <a:lnTo>
                    <a:pt x="2802" y="3490"/>
                  </a:lnTo>
                  <a:cubicBezTo>
                    <a:pt x="2823" y="3500"/>
                    <a:pt x="2845" y="3505"/>
                    <a:pt x="2867" y="3505"/>
                  </a:cubicBezTo>
                  <a:cubicBezTo>
                    <a:pt x="2904" y="3505"/>
                    <a:pt x="2940" y="3491"/>
                    <a:pt x="2969" y="3462"/>
                  </a:cubicBezTo>
                  <a:cubicBezTo>
                    <a:pt x="3322" y="3054"/>
                    <a:pt x="3730" y="2710"/>
                    <a:pt x="4184" y="2432"/>
                  </a:cubicBezTo>
                  <a:cubicBezTo>
                    <a:pt x="4240" y="2395"/>
                    <a:pt x="4268" y="2330"/>
                    <a:pt x="4249" y="2274"/>
                  </a:cubicBezTo>
                  <a:lnTo>
                    <a:pt x="3786" y="818"/>
                  </a:lnTo>
                  <a:cubicBezTo>
                    <a:pt x="3786" y="799"/>
                    <a:pt x="3786" y="790"/>
                    <a:pt x="3804" y="790"/>
                  </a:cubicBezTo>
                  <a:lnTo>
                    <a:pt x="5919" y="122"/>
                  </a:lnTo>
                  <a:cubicBezTo>
                    <a:pt x="5922" y="119"/>
                    <a:pt x="5925" y="118"/>
                    <a:pt x="5928" y="118"/>
                  </a:cubicBezTo>
                  <a:close/>
                  <a:moveTo>
                    <a:pt x="5925" y="1"/>
                  </a:moveTo>
                  <a:cubicBezTo>
                    <a:pt x="5910" y="1"/>
                    <a:pt x="5896" y="4"/>
                    <a:pt x="5882" y="11"/>
                  </a:cubicBezTo>
                  <a:lnTo>
                    <a:pt x="3767" y="679"/>
                  </a:lnTo>
                  <a:cubicBezTo>
                    <a:pt x="3693" y="697"/>
                    <a:pt x="3656" y="781"/>
                    <a:pt x="3674" y="846"/>
                  </a:cubicBezTo>
                  <a:lnTo>
                    <a:pt x="4138" y="2312"/>
                  </a:lnTo>
                  <a:cubicBezTo>
                    <a:pt x="4138" y="2321"/>
                    <a:pt x="4138" y="2330"/>
                    <a:pt x="4129" y="2330"/>
                  </a:cubicBezTo>
                  <a:cubicBezTo>
                    <a:pt x="3656" y="2618"/>
                    <a:pt x="3238" y="2970"/>
                    <a:pt x="2876" y="3378"/>
                  </a:cubicBezTo>
                  <a:cubicBezTo>
                    <a:pt x="2867" y="3388"/>
                    <a:pt x="2858" y="3388"/>
                    <a:pt x="2849" y="3388"/>
                  </a:cubicBezTo>
                  <a:lnTo>
                    <a:pt x="1494" y="2683"/>
                  </a:lnTo>
                  <a:cubicBezTo>
                    <a:pt x="1474" y="2671"/>
                    <a:pt x="1453" y="2666"/>
                    <a:pt x="1431" y="2666"/>
                  </a:cubicBezTo>
                  <a:cubicBezTo>
                    <a:pt x="1383" y="2666"/>
                    <a:pt x="1334" y="2693"/>
                    <a:pt x="1309" y="2738"/>
                  </a:cubicBezTo>
                  <a:lnTo>
                    <a:pt x="288" y="4714"/>
                  </a:lnTo>
                  <a:cubicBezTo>
                    <a:pt x="251" y="4779"/>
                    <a:pt x="279" y="4863"/>
                    <a:pt x="344" y="4900"/>
                  </a:cubicBezTo>
                  <a:lnTo>
                    <a:pt x="1698" y="5605"/>
                  </a:lnTo>
                  <a:cubicBezTo>
                    <a:pt x="1708" y="5605"/>
                    <a:pt x="1717" y="5614"/>
                    <a:pt x="1708" y="5623"/>
                  </a:cubicBezTo>
                  <a:cubicBezTo>
                    <a:pt x="1578" y="6161"/>
                    <a:pt x="1531" y="6709"/>
                    <a:pt x="1568" y="7256"/>
                  </a:cubicBezTo>
                  <a:cubicBezTo>
                    <a:pt x="1568" y="7265"/>
                    <a:pt x="1568" y="7275"/>
                    <a:pt x="1559" y="7275"/>
                  </a:cubicBezTo>
                  <a:lnTo>
                    <a:pt x="93" y="7738"/>
                  </a:lnTo>
                  <a:cubicBezTo>
                    <a:pt x="66" y="7748"/>
                    <a:pt x="38" y="7766"/>
                    <a:pt x="19" y="7803"/>
                  </a:cubicBezTo>
                  <a:cubicBezTo>
                    <a:pt x="1" y="7831"/>
                    <a:pt x="1" y="7868"/>
                    <a:pt x="10" y="7905"/>
                  </a:cubicBezTo>
                  <a:lnTo>
                    <a:pt x="678" y="10030"/>
                  </a:lnTo>
                  <a:cubicBezTo>
                    <a:pt x="692" y="10087"/>
                    <a:pt x="746" y="10122"/>
                    <a:pt x="803" y="10122"/>
                  </a:cubicBezTo>
                  <a:cubicBezTo>
                    <a:pt x="820" y="10122"/>
                    <a:pt x="837" y="10119"/>
                    <a:pt x="854" y="10113"/>
                  </a:cubicBezTo>
                  <a:lnTo>
                    <a:pt x="2311" y="9659"/>
                  </a:lnTo>
                  <a:cubicBezTo>
                    <a:pt x="2313" y="9656"/>
                    <a:pt x="2316" y="9655"/>
                    <a:pt x="2318" y="9655"/>
                  </a:cubicBezTo>
                  <a:cubicBezTo>
                    <a:pt x="2324" y="9655"/>
                    <a:pt x="2329" y="9661"/>
                    <a:pt x="2329" y="9668"/>
                  </a:cubicBezTo>
                  <a:cubicBezTo>
                    <a:pt x="2617" y="10132"/>
                    <a:pt x="2969" y="10558"/>
                    <a:pt x="3387" y="10920"/>
                  </a:cubicBezTo>
                  <a:cubicBezTo>
                    <a:pt x="3387" y="10920"/>
                    <a:pt x="3396" y="10930"/>
                    <a:pt x="3387" y="10939"/>
                  </a:cubicBezTo>
                  <a:lnTo>
                    <a:pt x="2682" y="12302"/>
                  </a:lnTo>
                  <a:cubicBezTo>
                    <a:pt x="2645" y="12367"/>
                    <a:pt x="2672" y="12451"/>
                    <a:pt x="2737" y="12479"/>
                  </a:cubicBezTo>
                  <a:lnTo>
                    <a:pt x="4713" y="13508"/>
                  </a:lnTo>
                  <a:cubicBezTo>
                    <a:pt x="4733" y="13520"/>
                    <a:pt x="4755" y="13525"/>
                    <a:pt x="4776" y="13525"/>
                  </a:cubicBezTo>
                  <a:cubicBezTo>
                    <a:pt x="4825" y="13525"/>
                    <a:pt x="4873" y="13498"/>
                    <a:pt x="4899" y="13453"/>
                  </a:cubicBezTo>
                  <a:lnTo>
                    <a:pt x="5604" y="12089"/>
                  </a:lnTo>
                  <a:cubicBezTo>
                    <a:pt x="5613" y="12080"/>
                    <a:pt x="5622" y="12080"/>
                    <a:pt x="5632" y="12080"/>
                  </a:cubicBezTo>
                  <a:cubicBezTo>
                    <a:pt x="6043" y="12181"/>
                    <a:pt x="6465" y="12231"/>
                    <a:pt x="6890" y="12231"/>
                  </a:cubicBezTo>
                  <a:cubicBezTo>
                    <a:pt x="7012" y="12231"/>
                    <a:pt x="7133" y="12227"/>
                    <a:pt x="7255" y="12219"/>
                  </a:cubicBezTo>
                  <a:cubicBezTo>
                    <a:pt x="7264" y="12219"/>
                    <a:pt x="7274" y="12228"/>
                    <a:pt x="7274" y="12238"/>
                  </a:cubicBezTo>
                  <a:lnTo>
                    <a:pt x="7737" y="13694"/>
                  </a:lnTo>
                  <a:cubicBezTo>
                    <a:pt x="7747" y="13731"/>
                    <a:pt x="7775" y="13759"/>
                    <a:pt x="7802" y="13777"/>
                  </a:cubicBezTo>
                  <a:cubicBezTo>
                    <a:pt x="7821" y="13787"/>
                    <a:pt x="7849" y="13787"/>
                    <a:pt x="7867" y="13787"/>
                  </a:cubicBezTo>
                  <a:lnTo>
                    <a:pt x="7904" y="13787"/>
                  </a:lnTo>
                  <a:lnTo>
                    <a:pt x="10029" y="13119"/>
                  </a:lnTo>
                  <a:cubicBezTo>
                    <a:pt x="10066" y="13100"/>
                    <a:pt x="10094" y="13082"/>
                    <a:pt x="10112" y="13045"/>
                  </a:cubicBezTo>
                  <a:cubicBezTo>
                    <a:pt x="10131" y="13017"/>
                    <a:pt x="10131" y="12980"/>
                    <a:pt x="10122" y="12943"/>
                  </a:cubicBezTo>
                  <a:lnTo>
                    <a:pt x="9658" y="11486"/>
                  </a:lnTo>
                  <a:cubicBezTo>
                    <a:pt x="9658" y="11477"/>
                    <a:pt x="9658" y="11468"/>
                    <a:pt x="9667" y="11458"/>
                  </a:cubicBezTo>
                  <a:cubicBezTo>
                    <a:pt x="10131" y="11180"/>
                    <a:pt x="10558" y="10828"/>
                    <a:pt x="10919" y="10410"/>
                  </a:cubicBezTo>
                  <a:cubicBezTo>
                    <a:pt x="10919" y="10405"/>
                    <a:pt x="10922" y="10403"/>
                    <a:pt x="10925" y="10403"/>
                  </a:cubicBezTo>
                  <a:cubicBezTo>
                    <a:pt x="10929" y="10403"/>
                    <a:pt x="10933" y="10405"/>
                    <a:pt x="10938" y="10410"/>
                  </a:cubicBezTo>
                  <a:lnTo>
                    <a:pt x="12302" y="11115"/>
                  </a:lnTo>
                  <a:cubicBezTo>
                    <a:pt x="12321" y="11123"/>
                    <a:pt x="12341" y="11127"/>
                    <a:pt x="12361" y="11127"/>
                  </a:cubicBezTo>
                  <a:cubicBezTo>
                    <a:pt x="12411" y="11127"/>
                    <a:pt x="12461" y="11103"/>
                    <a:pt x="12487" y="11050"/>
                  </a:cubicBezTo>
                  <a:lnTo>
                    <a:pt x="13508" y="9083"/>
                  </a:lnTo>
                  <a:cubicBezTo>
                    <a:pt x="13545" y="9019"/>
                    <a:pt x="13517" y="8935"/>
                    <a:pt x="13452" y="8898"/>
                  </a:cubicBezTo>
                  <a:lnTo>
                    <a:pt x="12088" y="8193"/>
                  </a:lnTo>
                  <a:cubicBezTo>
                    <a:pt x="12079" y="8184"/>
                    <a:pt x="12079" y="8174"/>
                    <a:pt x="12079" y="8165"/>
                  </a:cubicBezTo>
                  <a:cubicBezTo>
                    <a:pt x="12209" y="7636"/>
                    <a:pt x="12264" y="7089"/>
                    <a:pt x="12227" y="6542"/>
                  </a:cubicBezTo>
                  <a:cubicBezTo>
                    <a:pt x="12227" y="6532"/>
                    <a:pt x="12227" y="6523"/>
                    <a:pt x="12237" y="6523"/>
                  </a:cubicBezTo>
                  <a:lnTo>
                    <a:pt x="13693" y="6059"/>
                  </a:lnTo>
                  <a:cubicBezTo>
                    <a:pt x="13730" y="6050"/>
                    <a:pt x="13758" y="6022"/>
                    <a:pt x="13777" y="5994"/>
                  </a:cubicBezTo>
                  <a:cubicBezTo>
                    <a:pt x="13795" y="5957"/>
                    <a:pt x="13795" y="5920"/>
                    <a:pt x="13786" y="5883"/>
                  </a:cubicBezTo>
                  <a:lnTo>
                    <a:pt x="13118" y="3768"/>
                  </a:lnTo>
                  <a:cubicBezTo>
                    <a:pt x="13095" y="3706"/>
                    <a:pt x="13040" y="3670"/>
                    <a:pt x="12980" y="3670"/>
                  </a:cubicBezTo>
                  <a:cubicBezTo>
                    <a:pt x="12967" y="3670"/>
                    <a:pt x="12954" y="3672"/>
                    <a:pt x="12942" y="3675"/>
                  </a:cubicBezTo>
                  <a:lnTo>
                    <a:pt x="11485" y="4139"/>
                  </a:lnTo>
                  <a:cubicBezTo>
                    <a:pt x="11476" y="4139"/>
                    <a:pt x="11467" y="4139"/>
                    <a:pt x="11457" y="4130"/>
                  </a:cubicBezTo>
                  <a:cubicBezTo>
                    <a:pt x="11179" y="3657"/>
                    <a:pt x="10827" y="3239"/>
                    <a:pt x="10409" y="2877"/>
                  </a:cubicBezTo>
                  <a:cubicBezTo>
                    <a:pt x="10400" y="2868"/>
                    <a:pt x="10400" y="2859"/>
                    <a:pt x="10409" y="2850"/>
                  </a:cubicBezTo>
                  <a:lnTo>
                    <a:pt x="11114" y="1495"/>
                  </a:lnTo>
                  <a:cubicBezTo>
                    <a:pt x="11142" y="1430"/>
                    <a:pt x="11123" y="1347"/>
                    <a:pt x="11049" y="1310"/>
                  </a:cubicBezTo>
                  <a:lnTo>
                    <a:pt x="9083" y="289"/>
                  </a:lnTo>
                  <a:cubicBezTo>
                    <a:pt x="9063" y="278"/>
                    <a:pt x="9041" y="273"/>
                    <a:pt x="9020" y="273"/>
                  </a:cubicBezTo>
                  <a:cubicBezTo>
                    <a:pt x="8971" y="273"/>
                    <a:pt x="8923" y="300"/>
                    <a:pt x="8897" y="345"/>
                  </a:cubicBezTo>
                  <a:lnTo>
                    <a:pt x="8192" y="1699"/>
                  </a:lnTo>
                  <a:cubicBezTo>
                    <a:pt x="8185" y="1706"/>
                    <a:pt x="8179" y="1712"/>
                    <a:pt x="8172" y="1712"/>
                  </a:cubicBezTo>
                  <a:cubicBezTo>
                    <a:pt x="8170" y="1712"/>
                    <a:pt x="8167" y="1711"/>
                    <a:pt x="8164" y="1709"/>
                  </a:cubicBezTo>
                  <a:cubicBezTo>
                    <a:pt x="7753" y="1608"/>
                    <a:pt x="7330" y="1557"/>
                    <a:pt x="6905" y="1557"/>
                  </a:cubicBezTo>
                  <a:cubicBezTo>
                    <a:pt x="6784" y="1557"/>
                    <a:pt x="6662" y="1561"/>
                    <a:pt x="6541" y="1569"/>
                  </a:cubicBezTo>
                  <a:cubicBezTo>
                    <a:pt x="6531" y="1569"/>
                    <a:pt x="6522" y="1560"/>
                    <a:pt x="6522" y="1560"/>
                  </a:cubicBezTo>
                  <a:lnTo>
                    <a:pt x="6058" y="94"/>
                  </a:lnTo>
                  <a:cubicBezTo>
                    <a:pt x="6049" y="67"/>
                    <a:pt x="6021" y="39"/>
                    <a:pt x="5993" y="20"/>
                  </a:cubicBezTo>
                  <a:cubicBezTo>
                    <a:pt x="5970" y="9"/>
                    <a:pt x="5948" y="1"/>
                    <a:pt x="5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7073000" y="2596525"/>
              <a:ext cx="406100" cy="280875"/>
            </a:xfrm>
            <a:custGeom>
              <a:avLst/>
              <a:gdLst/>
              <a:ahLst/>
              <a:cxnLst/>
              <a:rect l="l" t="t" r="r" b="b"/>
              <a:pathLst>
                <a:path w="16244" h="11235" extrusionOk="0">
                  <a:moveTo>
                    <a:pt x="418" y="0"/>
                  </a:moveTo>
                  <a:cubicBezTo>
                    <a:pt x="186" y="0"/>
                    <a:pt x="0" y="186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095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7071375" y="2595125"/>
              <a:ext cx="409350" cy="283650"/>
            </a:xfrm>
            <a:custGeom>
              <a:avLst/>
              <a:gdLst/>
              <a:ahLst/>
              <a:cxnLst/>
              <a:rect l="l" t="t" r="r" b="b"/>
              <a:pathLst>
                <a:path w="16374" h="11346" extrusionOk="0">
                  <a:moveTo>
                    <a:pt x="15882" y="112"/>
                  </a:moveTo>
                  <a:cubicBezTo>
                    <a:pt x="16086" y="112"/>
                    <a:pt x="16253" y="279"/>
                    <a:pt x="16253" y="483"/>
                  </a:cubicBezTo>
                  <a:lnTo>
                    <a:pt x="16253" y="11142"/>
                  </a:lnTo>
                  <a:cubicBezTo>
                    <a:pt x="16253" y="11188"/>
                    <a:pt x="1621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53"/>
                    <a:pt x="93" y="11346"/>
                    <a:pt x="214" y="11346"/>
                  </a:cubicBezTo>
                  <a:lnTo>
                    <a:pt x="16160" y="11346"/>
                  </a:lnTo>
                  <a:cubicBezTo>
                    <a:pt x="16281" y="11346"/>
                    <a:pt x="16364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1" y="1"/>
                    <a:pt x="1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7102675" y="2623425"/>
              <a:ext cx="346750" cy="227075"/>
            </a:xfrm>
            <a:custGeom>
              <a:avLst/>
              <a:gdLst/>
              <a:ahLst/>
              <a:cxnLst/>
              <a:rect l="l" t="t" r="r" b="b"/>
              <a:pathLst>
                <a:path w="13870" h="9083" extrusionOk="0">
                  <a:moveTo>
                    <a:pt x="1" y="0"/>
                  </a:moveTo>
                  <a:lnTo>
                    <a:pt x="1" y="9082"/>
                  </a:lnTo>
                  <a:lnTo>
                    <a:pt x="13869" y="9082"/>
                  </a:lnTo>
                  <a:lnTo>
                    <a:pt x="13869" y="7403"/>
                  </a:lnTo>
                  <a:lnTo>
                    <a:pt x="13869" y="2097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7271525" y="2605800"/>
              <a:ext cx="9050" cy="9075"/>
            </a:xfrm>
            <a:custGeom>
              <a:avLst/>
              <a:gdLst/>
              <a:ahLst/>
              <a:cxnLst/>
              <a:rect l="l" t="t" r="r" b="b"/>
              <a:pathLst>
                <a:path w="362" h="363" extrusionOk="0">
                  <a:moveTo>
                    <a:pt x="176" y="112"/>
                  </a:moveTo>
                  <a:cubicBezTo>
                    <a:pt x="214" y="112"/>
                    <a:pt x="251" y="139"/>
                    <a:pt x="251" y="177"/>
                  </a:cubicBezTo>
                  <a:cubicBezTo>
                    <a:pt x="251" y="214"/>
                    <a:pt x="214" y="251"/>
                    <a:pt x="176" y="251"/>
                  </a:cubicBezTo>
                  <a:cubicBezTo>
                    <a:pt x="139" y="251"/>
                    <a:pt x="111" y="214"/>
                    <a:pt x="111" y="177"/>
                  </a:cubicBezTo>
                  <a:cubicBezTo>
                    <a:pt x="111" y="149"/>
                    <a:pt x="139" y="112"/>
                    <a:pt x="176" y="112"/>
                  </a:cubicBezTo>
                  <a:close/>
                  <a:moveTo>
                    <a:pt x="176" y="0"/>
                  </a:moveTo>
                  <a:cubicBezTo>
                    <a:pt x="84" y="0"/>
                    <a:pt x="0" y="84"/>
                    <a:pt x="0" y="177"/>
                  </a:cubicBezTo>
                  <a:cubicBezTo>
                    <a:pt x="0" y="279"/>
                    <a:pt x="84" y="362"/>
                    <a:pt x="176" y="362"/>
                  </a:cubicBezTo>
                  <a:cubicBezTo>
                    <a:pt x="278" y="362"/>
                    <a:pt x="362" y="279"/>
                    <a:pt x="362" y="177"/>
                  </a:cubicBezTo>
                  <a:cubicBezTo>
                    <a:pt x="362" y="84"/>
                    <a:pt x="278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7006425" y="2875275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82"/>
                  </a:lnTo>
                  <a:cubicBezTo>
                    <a:pt x="1" y="1197"/>
                    <a:pt x="251" y="1457"/>
                    <a:pt x="567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7005050" y="2873900"/>
              <a:ext cx="542000" cy="39200"/>
            </a:xfrm>
            <a:custGeom>
              <a:avLst/>
              <a:gdLst/>
              <a:ahLst/>
              <a:cxnLst/>
              <a:rect l="l" t="t" r="r" b="b"/>
              <a:pathLst>
                <a:path w="21680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8" y="1447"/>
                  </a:cubicBezTo>
                  <a:lnTo>
                    <a:pt x="622" y="1447"/>
                  </a:lnTo>
                  <a:cubicBezTo>
                    <a:pt x="343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lnTo>
                    <a:pt x="0" y="937"/>
                  </a:lnTo>
                  <a:cubicBezTo>
                    <a:pt x="0" y="1290"/>
                    <a:pt x="279" y="1568"/>
                    <a:pt x="622" y="1568"/>
                  </a:cubicBezTo>
                  <a:lnTo>
                    <a:pt x="21058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2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7010150" y="2901725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21216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7224425" y="2877600"/>
              <a:ext cx="103000" cy="11400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20" y="455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7223050" y="2875975"/>
              <a:ext cx="106000" cy="14400"/>
            </a:xfrm>
            <a:custGeom>
              <a:avLst/>
              <a:gdLst/>
              <a:ahLst/>
              <a:cxnLst/>
              <a:rect l="l" t="t" r="r" b="b"/>
              <a:pathLst>
                <a:path w="4240" h="576" extrusionOk="0">
                  <a:moveTo>
                    <a:pt x="4119" y="121"/>
                  </a:moveTo>
                  <a:lnTo>
                    <a:pt x="4119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5" y="1"/>
                  </a:moveTo>
                  <a:cubicBezTo>
                    <a:pt x="28" y="1"/>
                    <a:pt x="0" y="28"/>
                    <a:pt x="0" y="65"/>
                  </a:cubicBezTo>
                  <a:lnTo>
                    <a:pt x="0" y="520"/>
                  </a:lnTo>
                  <a:cubicBezTo>
                    <a:pt x="0" y="548"/>
                    <a:pt x="28" y="576"/>
                    <a:pt x="65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7171800" y="2666550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7" y="1"/>
                  </a:moveTo>
                  <a:cubicBezTo>
                    <a:pt x="139" y="1"/>
                    <a:pt x="0" y="131"/>
                    <a:pt x="0" y="298"/>
                  </a:cubicBezTo>
                  <a:lnTo>
                    <a:pt x="0" y="6058"/>
                  </a:lnTo>
                  <a:cubicBezTo>
                    <a:pt x="0" y="6225"/>
                    <a:pt x="139" y="6355"/>
                    <a:pt x="297" y="6355"/>
                  </a:cubicBezTo>
                  <a:lnTo>
                    <a:pt x="7143" y="6355"/>
                  </a:lnTo>
                  <a:cubicBezTo>
                    <a:pt x="7301" y="6355"/>
                    <a:pt x="7440" y="6225"/>
                    <a:pt x="7431" y="6058"/>
                  </a:cubicBezTo>
                  <a:lnTo>
                    <a:pt x="7431" y="298"/>
                  </a:lnTo>
                  <a:cubicBezTo>
                    <a:pt x="7431" y="131"/>
                    <a:pt x="7301" y="1"/>
                    <a:pt x="7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7184075" y="2654025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9" y="1"/>
                    <a:pt x="1" y="159"/>
                    <a:pt x="1" y="344"/>
                  </a:cubicBezTo>
                  <a:lnTo>
                    <a:pt x="1" y="6012"/>
                  </a:lnTo>
                  <a:cubicBezTo>
                    <a:pt x="1" y="6198"/>
                    <a:pt x="159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1" y="6198"/>
                    <a:pt x="7441" y="6012"/>
                  </a:cubicBezTo>
                  <a:lnTo>
                    <a:pt x="7441" y="344"/>
                  </a:lnTo>
                  <a:cubicBezTo>
                    <a:pt x="7441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7182700" y="2652400"/>
              <a:ext cx="188800" cy="162150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3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3" y="6365"/>
                  </a:cubicBezTo>
                  <a:lnTo>
                    <a:pt x="408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8" y="121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09"/>
                  </a:cubicBezTo>
                  <a:lnTo>
                    <a:pt x="0" y="6077"/>
                  </a:lnTo>
                  <a:cubicBezTo>
                    <a:pt x="0" y="6300"/>
                    <a:pt x="186" y="6485"/>
                    <a:pt x="408" y="6485"/>
                  </a:cubicBezTo>
                  <a:lnTo>
                    <a:pt x="7143" y="6485"/>
                  </a:lnTo>
                  <a:cubicBezTo>
                    <a:pt x="7366" y="6485"/>
                    <a:pt x="7551" y="6300"/>
                    <a:pt x="7551" y="6077"/>
                  </a:cubicBezTo>
                  <a:lnTo>
                    <a:pt x="7551" y="409"/>
                  </a:lnTo>
                  <a:cubicBezTo>
                    <a:pt x="7551" y="186"/>
                    <a:pt x="7366" y="1"/>
                    <a:pt x="7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7212850" y="2737750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39" y="1"/>
                    <a:pt x="0" y="140"/>
                    <a:pt x="0" y="325"/>
                  </a:cubicBezTo>
                  <a:lnTo>
                    <a:pt x="0" y="362"/>
                  </a:lnTo>
                  <a:cubicBezTo>
                    <a:pt x="0" y="539"/>
                    <a:pt x="139" y="687"/>
                    <a:pt x="316" y="687"/>
                  </a:cubicBezTo>
                  <a:lnTo>
                    <a:pt x="4805" y="687"/>
                  </a:lnTo>
                  <a:cubicBezTo>
                    <a:pt x="4982" y="687"/>
                    <a:pt x="5130" y="539"/>
                    <a:pt x="5130" y="362"/>
                  </a:cubicBezTo>
                  <a:lnTo>
                    <a:pt x="5130" y="325"/>
                  </a:lnTo>
                  <a:cubicBezTo>
                    <a:pt x="5130" y="140"/>
                    <a:pt x="4982" y="1"/>
                    <a:pt x="4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7211225" y="2736375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70" y="111"/>
                  </a:moveTo>
                  <a:cubicBezTo>
                    <a:pt x="5019" y="111"/>
                    <a:pt x="5130" y="232"/>
                    <a:pt x="5130" y="380"/>
                  </a:cubicBezTo>
                  <a:lnTo>
                    <a:pt x="5130" y="417"/>
                  </a:lnTo>
                  <a:cubicBezTo>
                    <a:pt x="5130" y="566"/>
                    <a:pt x="5019" y="677"/>
                    <a:pt x="4870" y="677"/>
                  </a:cubicBezTo>
                  <a:lnTo>
                    <a:pt x="381" y="677"/>
                  </a:lnTo>
                  <a:cubicBezTo>
                    <a:pt x="241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1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6" y="0"/>
                    <a:pt x="0" y="167"/>
                    <a:pt x="0" y="380"/>
                  </a:cubicBezTo>
                  <a:lnTo>
                    <a:pt x="0" y="417"/>
                  </a:lnTo>
                  <a:cubicBezTo>
                    <a:pt x="0" y="631"/>
                    <a:pt x="176" y="798"/>
                    <a:pt x="381" y="798"/>
                  </a:cubicBezTo>
                  <a:lnTo>
                    <a:pt x="4870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7226750" y="2742400"/>
              <a:ext cx="99525" cy="7200"/>
            </a:xfrm>
            <a:custGeom>
              <a:avLst/>
              <a:gdLst/>
              <a:ahLst/>
              <a:cxnLst/>
              <a:rect l="l" t="t" r="r" b="b"/>
              <a:pathLst>
                <a:path w="3981" h="288" extrusionOk="0">
                  <a:moveTo>
                    <a:pt x="3851" y="56"/>
                  </a:moveTo>
                  <a:cubicBezTo>
                    <a:pt x="3888" y="56"/>
                    <a:pt x="3925" y="93"/>
                    <a:pt x="3925" y="130"/>
                  </a:cubicBezTo>
                  <a:lnTo>
                    <a:pt x="3925" y="149"/>
                  </a:lnTo>
                  <a:cubicBezTo>
                    <a:pt x="3925" y="195"/>
                    <a:pt x="3888" y="223"/>
                    <a:pt x="3851" y="223"/>
                  </a:cubicBezTo>
                  <a:lnTo>
                    <a:pt x="140" y="223"/>
                  </a:lnTo>
                  <a:cubicBezTo>
                    <a:pt x="94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4" y="56"/>
                    <a:pt x="140" y="56"/>
                  </a:cubicBezTo>
                  <a:close/>
                  <a:moveTo>
                    <a:pt x="131" y="0"/>
                  </a:moveTo>
                  <a:cubicBezTo>
                    <a:pt x="56" y="0"/>
                    <a:pt x="1" y="56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56" y="288"/>
                    <a:pt x="131" y="288"/>
                  </a:cubicBezTo>
                  <a:lnTo>
                    <a:pt x="3841" y="288"/>
                  </a:lnTo>
                  <a:cubicBezTo>
                    <a:pt x="3925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5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7234875" y="27644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205" y="0"/>
                  </a:moveTo>
                  <a:cubicBezTo>
                    <a:pt x="93" y="0"/>
                    <a:pt x="0" y="93"/>
                    <a:pt x="0" y="205"/>
                  </a:cubicBezTo>
                  <a:cubicBezTo>
                    <a:pt x="0" y="316"/>
                    <a:pt x="93" y="399"/>
                    <a:pt x="205" y="399"/>
                  </a:cubicBezTo>
                  <a:lnTo>
                    <a:pt x="3164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7233475" y="2763025"/>
              <a:ext cx="86775" cy="13025"/>
            </a:xfrm>
            <a:custGeom>
              <a:avLst/>
              <a:gdLst/>
              <a:ahLst/>
              <a:cxnLst/>
              <a:rect l="l" t="t" r="r" b="b"/>
              <a:pathLst>
                <a:path w="3471" h="521" extrusionOk="0">
                  <a:moveTo>
                    <a:pt x="3211" y="121"/>
                  </a:moveTo>
                  <a:cubicBezTo>
                    <a:pt x="3294" y="121"/>
                    <a:pt x="3359" y="177"/>
                    <a:pt x="3359" y="261"/>
                  </a:cubicBezTo>
                  <a:cubicBezTo>
                    <a:pt x="3359" y="335"/>
                    <a:pt x="3294" y="400"/>
                    <a:pt x="3211" y="400"/>
                  </a:cubicBezTo>
                  <a:lnTo>
                    <a:pt x="261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1" y="121"/>
                  </a:cubicBezTo>
                  <a:close/>
                  <a:moveTo>
                    <a:pt x="261" y="1"/>
                  </a:moveTo>
                  <a:cubicBezTo>
                    <a:pt x="121" y="1"/>
                    <a:pt x="1" y="112"/>
                    <a:pt x="1" y="261"/>
                  </a:cubicBezTo>
                  <a:cubicBezTo>
                    <a:pt x="1" y="400"/>
                    <a:pt x="112" y="520"/>
                    <a:pt x="261" y="520"/>
                  </a:cubicBezTo>
                  <a:lnTo>
                    <a:pt x="3220" y="520"/>
                  </a:lnTo>
                  <a:cubicBezTo>
                    <a:pt x="3359" y="520"/>
                    <a:pt x="3470" y="400"/>
                    <a:pt x="3470" y="261"/>
                  </a:cubicBezTo>
                  <a:cubicBezTo>
                    <a:pt x="3470" y="112"/>
                    <a:pt x="3359" y="1"/>
                    <a:pt x="3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725180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72610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6" y="158"/>
                    <a:pt x="196" y="103"/>
                  </a:cubicBezTo>
                  <a:cubicBezTo>
                    <a:pt x="196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7269900" y="2766975"/>
              <a:ext cx="4650" cy="4900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65"/>
                  </a:moveTo>
                  <a:cubicBezTo>
                    <a:pt x="112" y="65"/>
                    <a:pt x="130" y="84"/>
                    <a:pt x="130" y="103"/>
                  </a:cubicBezTo>
                  <a:cubicBezTo>
                    <a:pt x="130" y="121"/>
                    <a:pt x="112" y="140"/>
                    <a:pt x="93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93" y="65"/>
                  </a:cubicBezTo>
                  <a:close/>
                  <a:moveTo>
                    <a:pt x="93" y="1"/>
                  </a:moveTo>
                  <a:cubicBezTo>
                    <a:pt x="37" y="1"/>
                    <a:pt x="0" y="47"/>
                    <a:pt x="0" y="103"/>
                  </a:cubicBezTo>
                  <a:cubicBezTo>
                    <a:pt x="0" y="158"/>
                    <a:pt x="37" y="195"/>
                    <a:pt x="93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7278950" y="27669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6" y="1"/>
                    <a:pt x="0" y="47"/>
                    <a:pt x="0" y="103"/>
                  </a:cubicBezTo>
                  <a:cubicBezTo>
                    <a:pt x="0" y="158"/>
                    <a:pt x="46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72879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729725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84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7249950" y="2672575"/>
              <a:ext cx="53825" cy="53850"/>
            </a:xfrm>
            <a:custGeom>
              <a:avLst/>
              <a:gdLst/>
              <a:ahLst/>
              <a:cxnLst/>
              <a:rect l="l" t="t" r="r" b="b"/>
              <a:pathLst>
                <a:path w="2153" h="2154" extrusionOk="0"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1"/>
                    <a:pt x="483" y="2153"/>
                    <a:pt x="1077" y="2153"/>
                  </a:cubicBezTo>
                  <a:cubicBezTo>
                    <a:pt x="1670" y="2153"/>
                    <a:pt x="2153" y="1671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7248550" y="2671200"/>
              <a:ext cx="56625" cy="56600"/>
            </a:xfrm>
            <a:custGeom>
              <a:avLst/>
              <a:gdLst/>
              <a:ahLst/>
              <a:cxnLst/>
              <a:rect l="l" t="t" r="r" b="b"/>
              <a:pathLst>
                <a:path w="2265" h="2264" extrusionOk="0">
                  <a:moveTo>
                    <a:pt x="1133" y="112"/>
                  </a:moveTo>
                  <a:cubicBezTo>
                    <a:pt x="1698" y="112"/>
                    <a:pt x="2153" y="575"/>
                    <a:pt x="2153" y="1132"/>
                  </a:cubicBezTo>
                  <a:cubicBezTo>
                    <a:pt x="2153" y="1689"/>
                    <a:pt x="1698" y="2152"/>
                    <a:pt x="1133" y="2152"/>
                  </a:cubicBezTo>
                  <a:cubicBezTo>
                    <a:pt x="576" y="2152"/>
                    <a:pt x="121" y="1689"/>
                    <a:pt x="121" y="1132"/>
                  </a:cubicBezTo>
                  <a:cubicBezTo>
                    <a:pt x="121" y="575"/>
                    <a:pt x="576" y="112"/>
                    <a:pt x="1133" y="112"/>
                  </a:cubicBezTo>
                  <a:close/>
                  <a:moveTo>
                    <a:pt x="1133" y="0"/>
                  </a:moveTo>
                  <a:cubicBezTo>
                    <a:pt x="511" y="0"/>
                    <a:pt x="1" y="510"/>
                    <a:pt x="1" y="1132"/>
                  </a:cubicBezTo>
                  <a:cubicBezTo>
                    <a:pt x="1" y="1754"/>
                    <a:pt x="511" y="2264"/>
                    <a:pt x="1133" y="2264"/>
                  </a:cubicBezTo>
                  <a:cubicBezTo>
                    <a:pt x="1754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7265025" y="2701100"/>
              <a:ext cx="23900" cy="12100"/>
            </a:xfrm>
            <a:custGeom>
              <a:avLst/>
              <a:gdLst/>
              <a:ahLst/>
              <a:cxnLst/>
              <a:rect l="l" t="t" r="r" b="b"/>
              <a:pathLst>
                <a:path w="956" h="484" extrusionOk="0">
                  <a:moveTo>
                    <a:pt x="474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7263400" y="2699725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12"/>
                  </a:moveTo>
                  <a:cubicBezTo>
                    <a:pt x="752" y="112"/>
                    <a:pt x="928" y="269"/>
                    <a:pt x="956" y="473"/>
                  </a:cubicBezTo>
                  <a:lnTo>
                    <a:pt x="121" y="473"/>
                  </a:lnTo>
                  <a:cubicBezTo>
                    <a:pt x="149" y="269"/>
                    <a:pt x="325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0" y="241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7270125" y="268580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"/>
                  </a:moveTo>
                  <a:cubicBezTo>
                    <a:pt x="121" y="1"/>
                    <a:pt x="1" y="131"/>
                    <a:pt x="1" y="279"/>
                  </a:cubicBezTo>
                  <a:cubicBezTo>
                    <a:pt x="1" y="427"/>
                    <a:pt x="121" y="548"/>
                    <a:pt x="279" y="548"/>
                  </a:cubicBezTo>
                  <a:cubicBezTo>
                    <a:pt x="427" y="548"/>
                    <a:pt x="548" y="427"/>
                    <a:pt x="548" y="279"/>
                  </a:cubicBezTo>
                  <a:cubicBezTo>
                    <a:pt x="548" y="13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7268725" y="26844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335" y="121"/>
                  </a:moveTo>
                  <a:cubicBezTo>
                    <a:pt x="446" y="121"/>
                    <a:pt x="539" y="213"/>
                    <a:pt x="548" y="334"/>
                  </a:cubicBezTo>
                  <a:cubicBezTo>
                    <a:pt x="548" y="445"/>
                    <a:pt x="446" y="547"/>
                    <a:pt x="335" y="547"/>
                  </a:cubicBezTo>
                  <a:cubicBezTo>
                    <a:pt x="214" y="547"/>
                    <a:pt x="121" y="445"/>
                    <a:pt x="121" y="334"/>
                  </a:cubicBezTo>
                  <a:cubicBezTo>
                    <a:pt x="121" y="213"/>
                    <a:pt x="214" y="121"/>
                    <a:pt x="335" y="121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8"/>
                    <a:pt x="1" y="334"/>
                  </a:cubicBezTo>
                  <a:cubicBezTo>
                    <a:pt x="1" y="510"/>
                    <a:pt x="149" y="659"/>
                    <a:pt x="33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7257150" y="2782525"/>
              <a:ext cx="39675" cy="1230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1" y="0"/>
                  </a:moveTo>
                  <a:cubicBezTo>
                    <a:pt x="111" y="0"/>
                    <a:pt x="0" y="111"/>
                    <a:pt x="0" y="251"/>
                  </a:cubicBezTo>
                  <a:cubicBezTo>
                    <a:pt x="0" y="380"/>
                    <a:pt x="111" y="492"/>
                    <a:pt x="241" y="492"/>
                  </a:cubicBezTo>
                  <a:lnTo>
                    <a:pt x="1336" y="492"/>
                  </a:lnTo>
                  <a:cubicBezTo>
                    <a:pt x="1475" y="492"/>
                    <a:pt x="1586" y="380"/>
                    <a:pt x="1586" y="251"/>
                  </a:cubicBezTo>
                  <a:cubicBezTo>
                    <a:pt x="1586" y="111"/>
                    <a:pt x="1475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7255525" y="2781125"/>
              <a:ext cx="42675" cy="15100"/>
            </a:xfrm>
            <a:custGeom>
              <a:avLst/>
              <a:gdLst/>
              <a:ahLst/>
              <a:cxnLst/>
              <a:rect l="l" t="t" r="r" b="b"/>
              <a:pathLst>
                <a:path w="1707" h="604" extrusionOk="0">
                  <a:moveTo>
                    <a:pt x="1401" y="112"/>
                  </a:moveTo>
                  <a:cubicBezTo>
                    <a:pt x="1503" y="112"/>
                    <a:pt x="1586" y="19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21" y="409"/>
                    <a:pt x="121" y="307"/>
                  </a:cubicBezTo>
                  <a:cubicBezTo>
                    <a:pt x="121" y="195"/>
                    <a:pt x="204" y="112"/>
                    <a:pt x="306" y="112"/>
                  </a:cubicBezTo>
                  <a:close/>
                  <a:moveTo>
                    <a:pt x="306" y="0"/>
                  </a:moveTo>
                  <a:cubicBezTo>
                    <a:pt x="139" y="0"/>
                    <a:pt x="0" y="130"/>
                    <a:pt x="0" y="307"/>
                  </a:cubicBezTo>
                  <a:cubicBezTo>
                    <a:pt x="0" y="474"/>
                    <a:pt x="139" y="603"/>
                    <a:pt x="306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7359875" y="1832850"/>
              <a:ext cx="241000" cy="240000"/>
            </a:xfrm>
            <a:custGeom>
              <a:avLst/>
              <a:gdLst/>
              <a:ahLst/>
              <a:cxnLst/>
              <a:rect l="l" t="t" r="r" b="b"/>
              <a:pathLst>
                <a:path w="9640" h="9600" extrusionOk="0">
                  <a:moveTo>
                    <a:pt x="4833" y="2576"/>
                  </a:moveTo>
                  <a:cubicBezTo>
                    <a:pt x="5983" y="2576"/>
                    <a:pt x="6996" y="3477"/>
                    <a:pt x="7042" y="4721"/>
                  </a:cubicBezTo>
                  <a:cubicBezTo>
                    <a:pt x="7069" y="5565"/>
                    <a:pt x="6420" y="6558"/>
                    <a:pt x="5632" y="6855"/>
                  </a:cubicBezTo>
                  <a:cubicBezTo>
                    <a:pt x="5362" y="6957"/>
                    <a:pt x="5090" y="7005"/>
                    <a:pt x="4825" y="7005"/>
                  </a:cubicBezTo>
                  <a:cubicBezTo>
                    <a:pt x="3675" y="7005"/>
                    <a:pt x="2662" y="6104"/>
                    <a:pt x="2617" y="4860"/>
                  </a:cubicBezTo>
                  <a:cubicBezTo>
                    <a:pt x="2580" y="4016"/>
                    <a:pt x="3238" y="3023"/>
                    <a:pt x="4027" y="2727"/>
                  </a:cubicBezTo>
                  <a:cubicBezTo>
                    <a:pt x="4296" y="2624"/>
                    <a:pt x="4568" y="2576"/>
                    <a:pt x="4833" y="2576"/>
                  </a:cubicBezTo>
                  <a:close/>
                  <a:moveTo>
                    <a:pt x="4067" y="0"/>
                  </a:moveTo>
                  <a:cubicBezTo>
                    <a:pt x="4051" y="0"/>
                    <a:pt x="4034" y="3"/>
                    <a:pt x="4017" y="8"/>
                  </a:cubicBezTo>
                  <a:lnTo>
                    <a:pt x="2709" y="426"/>
                  </a:lnTo>
                  <a:cubicBezTo>
                    <a:pt x="2635" y="444"/>
                    <a:pt x="2589" y="537"/>
                    <a:pt x="2617" y="611"/>
                  </a:cubicBezTo>
                  <a:lnTo>
                    <a:pt x="2886" y="1483"/>
                  </a:lnTo>
                  <a:cubicBezTo>
                    <a:pt x="2904" y="1548"/>
                    <a:pt x="2876" y="1613"/>
                    <a:pt x="2821" y="1650"/>
                  </a:cubicBezTo>
                  <a:cubicBezTo>
                    <a:pt x="2533" y="1836"/>
                    <a:pt x="2283" y="2049"/>
                    <a:pt x="2060" y="2291"/>
                  </a:cubicBezTo>
                  <a:cubicBezTo>
                    <a:pt x="2030" y="2326"/>
                    <a:pt x="1989" y="2343"/>
                    <a:pt x="1946" y="2343"/>
                  </a:cubicBezTo>
                  <a:cubicBezTo>
                    <a:pt x="1922" y="2343"/>
                    <a:pt x="1898" y="2338"/>
                    <a:pt x="1874" y="2328"/>
                  </a:cubicBezTo>
                  <a:lnTo>
                    <a:pt x="1077" y="1910"/>
                  </a:lnTo>
                  <a:cubicBezTo>
                    <a:pt x="1052" y="1899"/>
                    <a:pt x="1026" y="1894"/>
                    <a:pt x="1001" y="1894"/>
                  </a:cubicBezTo>
                  <a:cubicBezTo>
                    <a:pt x="943" y="1894"/>
                    <a:pt x="889" y="1923"/>
                    <a:pt x="863" y="1975"/>
                  </a:cubicBezTo>
                  <a:lnTo>
                    <a:pt x="233" y="3190"/>
                  </a:lnTo>
                  <a:cubicBezTo>
                    <a:pt x="195" y="3265"/>
                    <a:pt x="223" y="3357"/>
                    <a:pt x="297" y="3404"/>
                  </a:cubicBezTo>
                  <a:lnTo>
                    <a:pt x="1105" y="3821"/>
                  </a:lnTo>
                  <a:cubicBezTo>
                    <a:pt x="1160" y="3849"/>
                    <a:pt x="1197" y="3923"/>
                    <a:pt x="1179" y="3988"/>
                  </a:cubicBezTo>
                  <a:cubicBezTo>
                    <a:pt x="1105" y="4304"/>
                    <a:pt x="1077" y="4638"/>
                    <a:pt x="1095" y="4971"/>
                  </a:cubicBezTo>
                  <a:cubicBezTo>
                    <a:pt x="1095" y="5046"/>
                    <a:pt x="1058" y="5111"/>
                    <a:pt x="984" y="5129"/>
                  </a:cubicBezTo>
                  <a:lnTo>
                    <a:pt x="121" y="5398"/>
                  </a:lnTo>
                  <a:cubicBezTo>
                    <a:pt x="47" y="5426"/>
                    <a:pt x="1" y="5519"/>
                    <a:pt x="19" y="5593"/>
                  </a:cubicBezTo>
                  <a:lnTo>
                    <a:pt x="437" y="6901"/>
                  </a:lnTo>
                  <a:cubicBezTo>
                    <a:pt x="459" y="6968"/>
                    <a:pt x="517" y="7011"/>
                    <a:pt x="582" y="7011"/>
                  </a:cubicBezTo>
                  <a:cubicBezTo>
                    <a:pt x="598" y="7011"/>
                    <a:pt x="615" y="7009"/>
                    <a:pt x="631" y="7003"/>
                  </a:cubicBezTo>
                  <a:lnTo>
                    <a:pt x="1494" y="6734"/>
                  </a:lnTo>
                  <a:cubicBezTo>
                    <a:pt x="1508" y="6730"/>
                    <a:pt x="1522" y="6728"/>
                    <a:pt x="1536" y="6728"/>
                  </a:cubicBezTo>
                  <a:cubicBezTo>
                    <a:pt x="1588" y="6728"/>
                    <a:pt x="1641" y="6755"/>
                    <a:pt x="1670" y="6799"/>
                  </a:cubicBezTo>
                  <a:cubicBezTo>
                    <a:pt x="1847" y="7087"/>
                    <a:pt x="2069" y="7337"/>
                    <a:pt x="2310" y="7560"/>
                  </a:cubicBezTo>
                  <a:cubicBezTo>
                    <a:pt x="2357" y="7606"/>
                    <a:pt x="2375" y="7680"/>
                    <a:pt x="2338" y="7745"/>
                  </a:cubicBezTo>
                  <a:lnTo>
                    <a:pt x="1921" y="8543"/>
                  </a:lnTo>
                  <a:cubicBezTo>
                    <a:pt x="1884" y="8617"/>
                    <a:pt x="1912" y="8710"/>
                    <a:pt x="1995" y="8756"/>
                  </a:cubicBezTo>
                  <a:lnTo>
                    <a:pt x="3210" y="9387"/>
                  </a:lnTo>
                  <a:cubicBezTo>
                    <a:pt x="3232" y="9398"/>
                    <a:pt x="3256" y="9404"/>
                    <a:pt x="3280" y="9404"/>
                  </a:cubicBezTo>
                  <a:cubicBezTo>
                    <a:pt x="3335" y="9404"/>
                    <a:pt x="3388" y="9374"/>
                    <a:pt x="3414" y="9322"/>
                  </a:cubicBezTo>
                  <a:lnTo>
                    <a:pt x="3832" y="8515"/>
                  </a:lnTo>
                  <a:cubicBezTo>
                    <a:pt x="3861" y="8463"/>
                    <a:pt x="3909" y="8435"/>
                    <a:pt x="3964" y="8435"/>
                  </a:cubicBezTo>
                  <a:cubicBezTo>
                    <a:pt x="3978" y="8435"/>
                    <a:pt x="3993" y="8437"/>
                    <a:pt x="4008" y="8441"/>
                  </a:cubicBezTo>
                  <a:cubicBezTo>
                    <a:pt x="4260" y="8500"/>
                    <a:pt x="4525" y="8530"/>
                    <a:pt x="4791" y="8530"/>
                  </a:cubicBezTo>
                  <a:cubicBezTo>
                    <a:pt x="4858" y="8530"/>
                    <a:pt x="4925" y="8528"/>
                    <a:pt x="4991" y="8524"/>
                  </a:cubicBezTo>
                  <a:cubicBezTo>
                    <a:pt x="5056" y="8524"/>
                    <a:pt x="5121" y="8562"/>
                    <a:pt x="5149" y="8626"/>
                  </a:cubicBezTo>
                  <a:lnTo>
                    <a:pt x="5418" y="9498"/>
                  </a:lnTo>
                  <a:cubicBezTo>
                    <a:pt x="5440" y="9558"/>
                    <a:pt x="5498" y="9599"/>
                    <a:pt x="5563" y="9599"/>
                  </a:cubicBezTo>
                  <a:cubicBezTo>
                    <a:pt x="5580" y="9599"/>
                    <a:pt x="5596" y="9597"/>
                    <a:pt x="5613" y="9591"/>
                  </a:cubicBezTo>
                  <a:lnTo>
                    <a:pt x="6921" y="9183"/>
                  </a:lnTo>
                  <a:cubicBezTo>
                    <a:pt x="7004" y="9155"/>
                    <a:pt x="7042" y="9072"/>
                    <a:pt x="7023" y="8988"/>
                  </a:cubicBezTo>
                  <a:lnTo>
                    <a:pt x="6745" y="8126"/>
                  </a:lnTo>
                  <a:cubicBezTo>
                    <a:pt x="6726" y="8061"/>
                    <a:pt x="6754" y="7986"/>
                    <a:pt x="6810" y="7949"/>
                  </a:cubicBezTo>
                  <a:cubicBezTo>
                    <a:pt x="7097" y="7764"/>
                    <a:pt x="7348" y="7550"/>
                    <a:pt x="7570" y="7309"/>
                  </a:cubicBezTo>
                  <a:cubicBezTo>
                    <a:pt x="7602" y="7278"/>
                    <a:pt x="7646" y="7259"/>
                    <a:pt x="7692" y="7259"/>
                  </a:cubicBezTo>
                  <a:cubicBezTo>
                    <a:pt x="7713" y="7259"/>
                    <a:pt x="7735" y="7263"/>
                    <a:pt x="7756" y="7272"/>
                  </a:cubicBezTo>
                  <a:lnTo>
                    <a:pt x="8563" y="7690"/>
                  </a:lnTo>
                  <a:cubicBezTo>
                    <a:pt x="8585" y="7704"/>
                    <a:pt x="8610" y="7710"/>
                    <a:pt x="8634" y="7710"/>
                  </a:cubicBezTo>
                  <a:cubicBezTo>
                    <a:pt x="8688" y="7710"/>
                    <a:pt x="8741" y="7676"/>
                    <a:pt x="8767" y="7625"/>
                  </a:cubicBezTo>
                  <a:lnTo>
                    <a:pt x="9398" y="6409"/>
                  </a:lnTo>
                  <a:cubicBezTo>
                    <a:pt x="9444" y="6335"/>
                    <a:pt x="9407" y="6242"/>
                    <a:pt x="9333" y="6205"/>
                  </a:cubicBezTo>
                  <a:lnTo>
                    <a:pt x="8535" y="5788"/>
                  </a:lnTo>
                  <a:cubicBezTo>
                    <a:pt x="8470" y="5751"/>
                    <a:pt x="8442" y="5686"/>
                    <a:pt x="8452" y="5612"/>
                  </a:cubicBezTo>
                  <a:cubicBezTo>
                    <a:pt x="8526" y="5296"/>
                    <a:pt x="8554" y="4962"/>
                    <a:pt x="8535" y="4628"/>
                  </a:cubicBezTo>
                  <a:cubicBezTo>
                    <a:pt x="8535" y="4554"/>
                    <a:pt x="8582" y="4498"/>
                    <a:pt x="8646" y="4471"/>
                  </a:cubicBezTo>
                  <a:lnTo>
                    <a:pt x="9509" y="4202"/>
                  </a:lnTo>
                  <a:cubicBezTo>
                    <a:pt x="9593" y="4174"/>
                    <a:pt x="9639" y="4090"/>
                    <a:pt x="9611" y="4007"/>
                  </a:cubicBezTo>
                  <a:lnTo>
                    <a:pt x="9194" y="2699"/>
                  </a:lnTo>
                  <a:cubicBezTo>
                    <a:pt x="9179" y="2632"/>
                    <a:pt x="9116" y="2589"/>
                    <a:pt x="9049" y="2589"/>
                  </a:cubicBezTo>
                  <a:cubicBezTo>
                    <a:pt x="9032" y="2589"/>
                    <a:pt x="9015" y="2591"/>
                    <a:pt x="8999" y="2597"/>
                  </a:cubicBezTo>
                  <a:lnTo>
                    <a:pt x="8136" y="2875"/>
                  </a:lnTo>
                  <a:cubicBezTo>
                    <a:pt x="8123" y="2879"/>
                    <a:pt x="8109" y="2881"/>
                    <a:pt x="8096" y="2881"/>
                  </a:cubicBezTo>
                  <a:cubicBezTo>
                    <a:pt x="8043" y="2881"/>
                    <a:pt x="7990" y="2852"/>
                    <a:pt x="7960" y="2801"/>
                  </a:cubicBezTo>
                  <a:cubicBezTo>
                    <a:pt x="7784" y="2522"/>
                    <a:pt x="7570" y="2263"/>
                    <a:pt x="7329" y="2049"/>
                  </a:cubicBezTo>
                  <a:cubicBezTo>
                    <a:pt x="7274" y="2003"/>
                    <a:pt x="7255" y="1929"/>
                    <a:pt x="7292" y="1864"/>
                  </a:cubicBezTo>
                  <a:lnTo>
                    <a:pt x="7710" y="1057"/>
                  </a:lnTo>
                  <a:cubicBezTo>
                    <a:pt x="7747" y="983"/>
                    <a:pt x="7719" y="890"/>
                    <a:pt x="7645" y="853"/>
                  </a:cubicBezTo>
                  <a:lnTo>
                    <a:pt x="6420" y="222"/>
                  </a:lnTo>
                  <a:cubicBezTo>
                    <a:pt x="6398" y="208"/>
                    <a:pt x="6373" y="201"/>
                    <a:pt x="6349" y="201"/>
                  </a:cubicBezTo>
                  <a:cubicBezTo>
                    <a:pt x="6295" y="201"/>
                    <a:pt x="6242" y="235"/>
                    <a:pt x="6216" y="287"/>
                  </a:cubicBezTo>
                  <a:lnTo>
                    <a:pt x="5799" y="1085"/>
                  </a:lnTo>
                  <a:cubicBezTo>
                    <a:pt x="5774" y="1141"/>
                    <a:pt x="5714" y="1170"/>
                    <a:pt x="5656" y="1170"/>
                  </a:cubicBezTo>
                  <a:cubicBezTo>
                    <a:pt x="5648" y="1170"/>
                    <a:pt x="5640" y="1169"/>
                    <a:pt x="5632" y="1168"/>
                  </a:cubicBezTo>
                  <a:cubicBezTo>
                    <a:pt x="5347" y="1103"/>
                    <a:pt x="5062" y="1074"/>
                    <a:pt x="4765" y="1074"/>
                  </a:cubicBezTo>
                  <a:cubicBezTo>
                    <a:pt x="4723" y="1074"/>
                    <a:pt x="4681" y="1074"/>
                    <a:pt x="4639" y="1075"/>
                  </a:cubicBezTo>
                  <a:cubicBezTo>
                    <a:pt x="4633" y="1076"/>
                    <a:pt x="4628" y="1076"/>
                    <a:pt x="4622" y="1076"/>
                  </a:cubicBezTo>
                  <a:cubicBezTo>
                    <a:pt x="4563" y="1076"/>
                    <a:pt x="4507" y="1033"/>
                    <a:pt x="4491" y="973"/>
                  </a:cubicBezTo>
                  <a:lnTo>
                    <a:pt x="4212" y="111"/>
                  </a:lnTo>
                  <a:cubicBezTo>
                    <a:pt x="4197" y="44"/>
                    <a:pt x="4135" y="0"/>
                    <a:pt x="4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7358250" y="1831425"/>
              <a:ext cx="243775" cy="242850"/>
            </a:xfrm>
            <a:custGeom>
              <a:avLst/>
              <a:gdLst/>
              <a:ahLst/>
              <a:cxnLst/>
              <a:rect l="l" t="t" r="r" b="b"/>
              <a:pathLst>
                <a:path w="9751" h="9714" extrusionOk="0">
                  <a:moveTo>
                    <a:pt x="4899" y="2691"/>
                  </a:moveTo>
                  <a:cubicBezTo>
                    <a:pt x="5316" y="2691"/>
                    <a:pt x="5724" y="2811"/>
                    <a:pt x="6077" y="3053"/>
                  </a:cubicBezTo>
                  <a:cubicBezTo>
                    <a:pt x="6671" y="3433"/>
                    <a:pt x="7023" y="4073"/>
                    <a:pt x="7042" y="4778"/>
                  </a:cubicBezTo>
                  <a:cubicBezTo>
                    <a:pt x="7079" y="5594"/>
                    <a:pt x="6439" y="6568"/>
                    <a:pt x="5669" y="6856"/>
                  </a:cubicBezTo>
                  <a:cubicBezTo>
                    <a:pt x="5413" y="6953"/>
                    <a:pt x="5148" y="7001"/>
                    <a:pt x="4885" y="7001"/>
                  </a:cubicBezTo>
                  <a:cubicBezTo>
                    <a:pt x="4470" y="7001"/>
                    <a:pt x="4060" y="6881"/>
                    <a:pt x="3702" y="6643"/>
                  </a:cubicBezTo>
                  <a:cubicBezTo>
                    <a:pt x="3118" y="6253"/>
                    <a:pt x="2765" y="5622"/>
                    <a:pt x="2737" y="4908"/>
                  </a:cubicBezTo>
                  <a:cubicBezTo>
                    <a:pt x="2709" y="4092"/>
                    <a:pt x="3350" y="3127"/>
                    <a:pt x="4110" y="2839"/>
                  </a:cubicBezTo>
                  <a:cubicBezTo>
                    <a:pt x="4370" y="2737"/>
                    <a:pt x="4630" y="2691"/>
                    <a:pt x="4899" y="2691"/>
                  </a:cubicBezTo>
                  <a:close/>
                  <a:moveTo>
                    <a:pt x="4899" y="2572"/>
                  </a:moveTo>
                  <a:cubicBezTo>
                    <a:pt x="4622" y="2572"/>
                    <a:pt x="4343" y="2624"/>
                    <a:pt x="4073" y="2728"/>
                  </a:cubicBezTo>
                  <a:cubicBezTo>
                    <a:pt x="3247" y="3034"/>
                    <a:pt x="2589" y="4036"/>
                    <a:pt x="2617" y="4917"/>
                  </a:cubicBezTo>
                  <a:cubicBezTo>
                    <a:pt x="2645" y="5669"/>
                    <a:pt x="3016" y="6327"/>
                    <a:pt x="3637" y="6745"/>
                  </a:cubicBezTo>
                  <a:cubicBezTo>
                    <a:pt x="4017" y="6995"/>
                    <a:pt x="4444" y="7116"/>
                    <a:pt x="4889" y="7116"/>
                  </a:cubicBezTo>
                  <a:cubicBezTo>
                    <a:pt x="5158" y="7116"/>
                    <a:pt x="5437" y="7069"/>
                    <a:pt x="5715" y="6967"/>
                  </a:cubicBezTo>
                  <a:cubicBezTo>
                    <a:pt x="6531" y="6652"/>
                    <a:pt x="7199" y="5650"/>
                    <a:pt x="7162" y="4778"/>
                  </a:cubicBezTo>
                  <a:cubicBezTo>
                    <a:pt x="7134" y="4027"/>
                    <a:pt x="6763" y="3359"/>
                    <a:pt x="6142" y="2951"/>
                  </a:cubicBezTo>
                  <a:cubicBezTo>
                    <a:pt x="5767" y="2701"/>
                    <a:pt x="5336" y="2572"/>
                    <a:pt x="4899" y="2572"/>
                  </a:cubicBezTo>
                  <a:close/>
                  <a:moveTo>
                    <a:pt x="4144" y="114"/>
                  </a:moveTo>
                  <a:cubicBezTo>
                    <a:pt x="4157" y="114"/>
                    <a:pt x="4171" y="117"/>
                    <a:pt x="4184" y="121"/>
                  </a:cubicBezTo>
                  <a:cubicBezTo>
                    <a:pt x="4203" y="140"/>
                    <a:pt x="4222" y="158"/>
                    <a:pt x="4231" y="186"/>
                  </a:cubicBezTo>
                  <a:lnTo>
                    <a:pt x="4500" y="1049"/>
                  </a:lnTo>
                  <a:cubicBezTo>
                    <a:pt x="4526" y="1127"/>
                    <a:pt x="4609" y="1189"/>
                    <a:pt x="4695" y="1189"/>
                  </a:cubicBezTo>
                  <a:cubicBezTo>
                    <a:pt x="4701" y="1189"/>
                    <a:pt x="4707" y="1189"/>
                    <a:pt x="4713" y="1188"/>
                  </a:cubicBezTo>
                  <a:cubicBezTo>
                    <a:pt x="4753" y="1187"/>
                    <a:pt x="4793" y="1186"/>
                    <a:pt x="4833" y="1186"/>
                  </a:cubicBezTo>
                  <a:cubicBezTo>
                    <a:pt x="5118" y="1186"/>
                    <a:pt x="5403" y="1216"/>
                    <a:pt x="5687" y="1281"/>
                  </a:cubicBezTo>
                  <a:cubicBezTo>
                    <a:pt x="5701" y="1283"/>
                    <a:pt x="5715" y="1285"/>
                    <a:pt x="5728" y="1285"/>
                  </a:cubicBezTo>
                  <a:cubicBezTo>
                    <a:pt x="5806" y="1285"/>
                    <a:pt x="5880" y="1241"/>
                    <a:pt x="5919" y="1169"/>
                  </a:cubicBezTo>
                  <a:lnTo>
                    <a:pt x="6337" y="362"/>
                  </a:lnTo>
                  <a:cubicBezTo>
                    <a:pt x="6346" y="344"/>
                    <a:pt x="6364" y="325"/>
                    <a:pt x="6392" y="316"/>
                  </a:cubicBezTo>
                  <a:cubicBezTo>
                    <a:pt x="6400" y="313"/>
                    <a:pt x="6408" y="312"/>
                    <a:pt x="6415" y="312"/>
                  </a:cubicBezTo>
                  <a:cubicBezTo>
                    <a:pt x="6432" y="312"/>
                    <a:pt x="6447" y="319"/>
                    <a:pt x="6467" y="325"/>
                  </a:cubicBezTo>
                  <a:lnTo>
                    <a:pt x="7682" y="956"/>
                  </a:lnTo>
                  <a:cubicBezTo>
                    <a:pt x="7710" y="965"/>
                    <a:pt x="7719" y="984"/>
                    <a:pt x="7728" y="1012"/>
                  </a:cubicBezTo>
                  <a:cubicBezTo>
                    <a:pt x="7737" y="1040"/>
                    <a:pt x="7737" y="1058"/>
                    <a:pt x="7719" y="1086"/>
                  </a:cubicBezTo>
                  <a:lnTo>
                    <a:pt x="7301" y="1893"/>
                  </a:lnTo>
                  <a:cubicBezTo>
                    <a:pt x="7264" y="1976"/>
                    <a:pt x="7283" y="2079"/>
                    <a:pt x="7357" y="2143"/>
                  </a:cubicBezTo>
                  <a:cubicBezTo>
                    <a:pt x="7598" y="2366"/>
                    <a:pt x="7802" y="2617"/>
                    <a:pt x="7979" y="2886"/>
                  </a:cubicBezTo>
                  <a:cubicBezTo>
                    <a:pt x="8022" y="2951"/>
                    <a:pt x="8093" y="2987"/>
                    <a:pt x="8162" y="2987"/>
                  </a:cubicBezTo>
                  <a:cubicBezTo>
                    <a:pt x="8182" y="2987"/>
                    <a:pt x="8201" y="2985"/>
                    <a:pt x="8220" y="2978"/>
                  </a:cubicBezTo>
                  <a:lnTo>
                    <a:pt x="9083" y="2709"/>
                  </a:lnTo>
                  <a:cubicBezTo>
                    <a:pt x="9094" y="2705"/>
                    <a:pt x="9106" y="2703"/>
                    <a:pt x="9116" y="2703"/>
                  </a:cubicBezTo>
                  <a:cubicBezTo>
                    <a:pt x="9132" y="2703"/>
                    <a:pt x="9146" y="2708"/>
                    <a:pt x="9157" y="2719"/>
                  </a:cubicBezTo>
                  <a:cubicBezTo>
                    <a:pt x="9185" y="2728"/>
                    <a:pt x="9203" y="2746"/>
                    <a:pt x="9203" y="2774"/>
                  </a:cubicBezTo>
                  <a:lnTo>
                    <a:pt x="9621" y="4082"/>
                  </a:lnTo>
                  <a:cubicBezTo>
                    <a:pt x="9630" y="4101"/>
                    <a:pt x="9630" y="4129"/>
                    <a:pt x="9611" y="4156"/>
                  </a:cubicBezTo>
                  <a:cubicBezTo>
                    <a:pt x="9602" y="4175"/>
                    <a:pt x="9583" y="4194"/>
                    <a:pt x="9556" y="4203"/>
                  </a:cubicBezTo>
                  <a:lnTo>
                    <a:pt x="8693" y="4472"/>
                  </a:lnTo>
                  <a:cubicBezTo>
                    <a:pt x="8600" y="4500"/>
                    <a:pt x="8544" y="4592"/>
                    <a:pt x="8544" y="4685"/>
                  </a:cubicBezTo>
                  <a:cubicBezTo>
                    <a:pt x="8563" y="5010"/>
                    <a:pt x="8535" y="5335"/>
                    <a:pt x="8461" y="5659"/>
                  </a:cubicBezTo>
                  <a:cubicBezTo>
                    <a:pt x="8442" y="5752"/>
                    <a:pt x="8489" y="5845"/>
                    <a:pt x="8572" y="5891"/>
                  </a:cubicBezTo>
                  <a:lnTo>
                    <a:pt x="9379" y="6309"/>
                  </a:lnTo>
                  <a:cubicBezTo>
                    <a:pt x="9426" y="6337"/>
                    <a:pt x="9444" y="6392"/>
                    <a:pt x="9416" y="6439"/>
                  </a:cubicBezTo>
                  <a:lnTo>
                    <a:pt x="8786" y="7654"/>
                  </a:lnTo>
                  <a:cubicBezTo>
                    <a:pt x="8767" y="7682"/>
                    <a:pt x="8749" y="7700"/>
                    <a:pt x="8730" y="7709"/>
                  </a:cubicBezTo>
                  <a:cubicBezTo>
                    <a:pt x="8702" y="7709"/>
                    <a:pt x="8674" y="7709"/>
                    <a:pt x="8656" y="7700"/>
                  </a:cubicBezTo>
                  <a:lnTo>
                    <a:pt x="7849" y="7283"/>
                  </a:lnTo>
                  <a:cubicBezTo>
                    <a:pt x="7818" y="7266"/>
                    <a:pt x="7785" y="7257"/>
                    <a:pt x="7752" y="7257"/>
                  </a:cubicBezTo>
                  <a:cubicBezTo>
                    <a:pt x="7695" y="7257"/>
                    <a:pt x="7639" y="7282"/>
                    <a:pt x="7598" y="7329"/>
                  </a:cubicBezTo>
                  <a:cubicBezTo>
                    <a:pt x="7376" y="7570"/>
                    <a:pt x="7125" y="7784"/>
                    <a:pt x="6847" y="7951"/>
                  </a:cubicBezTo>
                  <a:cubicBezTo>
                    <a:pt x="6763" y="8006"/>
                    <a:pt x="6726" y="8108"/>
                    <a:pt x="6754" y="8201"/>
                  </a:cubicBezTo>
                  <a:lnTo>
                    <a:pt x="7032" y="9064"/>
                  </a:lnTo>
                  <a:cubicBezTo>
                    <a:pt x="7051" y="9110"/>
                    <a:pt x="7023" y="9166"/>
                    <a:pt x="6967" y="9184"/>
                  </a:cubicBezTo>
                  <a:lnTo>
                    <a:pt x="5659" y="9593"/>
                  </a:lnTo>
                  <a:cubicBezTo>
                    <a:pt x="5650" y="9596"/>
                    <a:pt x="5640" y="9598"/>
                    <a:pt x="5630" y="9598"/>
                  </a:cubicBezTo>
                  <a:cubicBezTo>
                    <a:pt x="5591" y="9598"/>
                    <a:pt x="5554" y="9572"/>
                    <a:pt x="5539" y="9528"/>
                  </a:cubicBezTo>
                  <a:lnTo>
                    <a:pt x="5270" y="8665"/>
                  </a:lnTo>
                  <a:cubicBezTo>
                    <a:pt x="5242" y="8581"/>
                    <a:pt x="5158" y="8526"/>
                    <a:pt x="5066" y="8526"/>
                  </a:cubicBezTo>
                  <a:cubicBezTo>
                    <a:pt x="5066" y="8526"/>
                    <a:pt x="5056" y="8526"/>
                    <a:pt x="5056" y="8517"/>
                  </a:cubicBezTo>
                  <a:cubicBezTo>
                    <a:pt x="4992" y="8520"/>
                    <a:pt x="4926" y="8522"/>
                    <a:pt x="4861" y="8522"/>
                  </a:cubicBezTo>
                  <a:cubicBezTo>
                    <a:pt x="4599" y="8522"/>
                    <a:pt x="4335" y="8492"/>
                    <a:pt x="4082" y="8433"/>
                  </a:cubicBezTo>
                  <a:cubicBezTo>
                    <a:pt x="4069" y="8430"/>
                    <a:pt x="4055" y="8429"/>
                    <a:pt x="4041" y="8429"/>
                  </a:cubicBezTo>
                  <a:cubicBezTo>
                    <a:pt x="3963" y="8429"/>
                    <a:pt x="3890" y="8473"/>
                    <a:pt x="3850" y="8544"/>
                  </a:cubicBezTo>
                  <a:lnTo>
                    <a:pt x="3433" y="9351"/>
                  </a:lnTo>
                  <a:cubicBezTo>
                    <a:pt x="3424" y="9370"/>
                    <a:pt x="3396" y="9389"/>
                    <a:pt x="3377" y="9398"/>
                  </a:cubicBezTo>
                  <a:cubicBezTo>
                    <a:pt x="3350" y="9398"/>
                    <a:pt x="3322" y="9398"/>
                    <a:pt x="3303" y="9389"/>
                  </a:cubicBezTo>
                  <a:lnTo>
                    <a:pt x="2088" y="8758"/>
                  </a:lnTo>
                  <a:cubicBezTo>
                    <a:pt x="2042" y="8730"/>
                    <a:pt x="2023" y="8674"/>
                    <a:pt x="2042" y="8628"/>
                  </a:cubicBezTo>
                  <a:lnTo>
                    <a:pt x="2459" y="7821"/>
                  </a:lnTo>
                  <a:cubicBezTo>
                    <a:pt x="2505" y="7737"/>
                    <a:pt x="2487" y="7635"/>
                    <a:pt x="2413" y="7570"/>
                  </a:cubicBezTo>
                  <a:cubicBezTo>
                    <a:pt x="2171" y="7348"/>
                    <a:pt x="1967" y="7097"/>
                    <a:pt x="1791" y="6819"/>
                  </a:cubicBezTo>
                  <a:cubicBezTo>
                    <a:pt x="1748" y="6754"/>
                    <a:pt x="1676" y="6717"/>
                    <a:pt x="1607" y="6717"/>
                  </a:cubicBezTo>
                  <a:cubicBezTo>
                    <a:pt x="1588" y="6717"/>
                    <a:pt x="1568" y="6720"/>
                    <a:pt x="1550" y="6726"/>
                  </a:cubicBezTo>
                  <a:lnTo>
                    <a:pt x="678" y="7004"/>
                  </a:lnTo>
                  <a:cubicBezTo>
                    <a:pt x="668" y="7008"/>
                    <a:pt x="658" y="7010"/>
                    <a:pt x="648" y="7010"/>
                  </a:cubicBezTo>
                  <a:cubicBezTo>
                    <a:pt x="610" y="7010"/>
                    <a:pt x="572" y="6984"/>
                    <a:pt x="557" y="6939"/>
                  </a:cubicBezTo>
                  <a:lnTo>
                    <a:pt x="149" y="5631"/>
                  </a:lnTo>
                  <a:cubicBezTo>
                    <a:pt x="131" y="5585"/>
                    <a:pt x="158" y="5529"/>
                    <a:pt x="214" y="5511"/>
                  </a:cubicBezTo>
                  <a:lnTo>
                    <a:pt x="1077" y="5242"/>
                  </a:lnTo>
                  <a:cubicBezTo>
                    <a:pt x="1160" y="5214"/>
                    <a:pt x="1225" y="5121"/>
                    <a:pt x="1216" y="5028"/>
                  </a:cubicBezTo>
                  <a:cubicBezTo>
                    <a:pt x="1207" y="4704"/>
                    <a:pt x="1234" y="4370"/>
                    <a:pt x="1309" y="4054"/>
                  </a:cubicBezTo>
                  <a:cubicBezTo>
                    <a:pt x="1327" y="3962"/>
                    <a:pt x="1281" y="3860"/>
                    <a:pt x="1197" y="3823"/>
                  </a:cubicBezTo>
                  <a:lnTo>
                    <a:pt x="390" y="3405"/>
                  </a:lnTo>
                  <a:cubicBezTo>
                    <a:pt x="372" y="3387"/>
                    <a:pt x="353" y="3368"/>
                    <a:pt x="344" y="3349"/>
                  </a:cubicBezTo>
                  <a:cubicBezTo>
                    <a:pt x="335" y="3322"/>
                    <a:pt x="344" y="3294"/>
                    <a:pt x="353" y="3275"/>
                  </a:cubicBezTo>
                  <a:lnTo>
                    <a:pt x="984" y="2060"/>
                  </a:lnTo>
                  <a:cubicBezTo>
                    <a:pt x="1005" y="2026"/>
                    <a:pt x="1041" y="2006"/>
                    <a:pt x="1077" y="2006"/>
                  </a:cubicBezTo>
                  <a:cubicBezTo>
                    <a:pt x="1089" y="2006"/>
                    <a:pt x="1102" y="2009"/>
                    <a:pt x="1114" y="2014"/>
                  </a:cubicBezTo>
                  <a:lnTo>
                    <a:pt x="1921" y="2431"/>
                  </a:lnTo>
                  <a:cubicBezTo>
                    <a:pt x="1952" y="2448"/>
                    <a:pt x="1985" y="2456"/>
                    <a:pt x="2018" y="2456"/>
                  </a:cubicBezTo>
                  <a:cubicBezTo>
                    <a:pt x="2074" y="2456"/>
                    <a:pt x="2130" y="2432"/>
                    <a:pt x="2171" y="2385"/>
                  </a:cubicBezTo>
                  <a:cubicBezTo>
                    <a:pt x="2394" y="2143"/>
                    <a:pt x="2645" y="1930"/>
                    <a:pt x="2923" y="1763"/>
                  </a:cubicBezTo>
                  <a:cubicBezTo>
                    <a:pt x="2997" y="1707"/>
                    <a:pt x="3034" y="1605"/>
                    <a:pt x="3006" y="1513"/>
                  </a:cubicBezTo>
                  <a:lnTo>
                    <a:pt x="2737" y="650"/>
                  </a:lnTo>
                  <a:cubicBezTo>
                    <a:pt x="2728" y="631"/>
                    <a:pt x="2728" y="604"/>
                    <a:pt x="2747" y="585"/>
                  </a:cubicBezTo>
                  <a:cubicBezTo>
                    <a:pt x="2756" y="557"/>
                    <a:pt x="2774" y="539"/>
                    <a:pt x="2802" y="529"/>
                  </a:cubicBezTo>
                  <a:lnTo>
                    <a:pt x="4110" y="121"/>
                  </a:lnTo>
                  <a:cubicBezTo>
                    <a:pt x="4120" y="117"/>
                    <a:pt x="4131" y="114"/>
                    <a:pt x="4144" y="114"/>
                  </a:cubicBezTo>
                  <a:close/>
                  <a:moveTo>
                    <a:pt x="4132" y="0"/>
                  </a:moveTo>
                  <a:cubicBezTo>
                    <a:pt x="4113" y="0"/>
                    <a:pt x="4093" y="3"/>
                    <a:pt x="4073" y="10"/>
                  </a:cubicBezTo>
                  <a:lnTo>
                    <a:pt x="2765" y="427"/>
                  </a:lnTo>
                  <a:cubicBezTo>
                    <a:pt x="2709" y="446"/>
                    <a:pt x="2663" y="483"/>
                    <a:pt x="2645" y="529"/>
                  </a:cubicBezTo>
                  <a:cubicBezTo>
                    <a:pt x="2617" y="585"/>
                    <a:pt x="2607" y="641"/>
                    <a:pt x="2626" y="696"/>
                  </a:cubicBezTo>
                  <a:lnTo>
                    <a:pt x="2895" y="1559"/>
                  </a:lnTo>
                  <a:cubicBezTo>
                    <a:pt x="2914" y="1596"/>
                    <a:pt x="2895" y="1643"/>
                    <a:pt x="2858" y="1661"/>
                  </a:cubicBezTo>
                  <a:cubicBezTo>
                    <a:pt x="2570" y="1847"/>
                    <a:pt x="2311" y="2060"/>
                    <a:pt x="2088" y="2310"/>
                  </a:cubicBezTo>
                  <a:cubicBezTo>
                    <a:pt x="2069" y="2335"/>
                    <a:pt x="2043" y="2348"/>
                    <a:pt x="2016" y="2348"/>
                  </a:cubicBezTo>
                  <a:cubicBezTo>
                    <a:pt x="2002" y="2348"/>
                    <a:pt x="1989" y="2344"/>
                    <a:pt x="1977" y="2338"/>
                  </a:cubicBezTo>
                  <a:lnTo>
                    <a:pt x="1170" y="1921"/>
                  </a:lnTo>
                  <a:cubicBezTo>
                    <a:pt x="1137" y="1903"/>
                    <a:pt x="1102" y="1895"/>
                    <a:pt x="1068" y="1895"/>
                  </a:cubicBezTo>
                  <a:cubicBezTo>
                    <a:pt x="993" y="1895"/>
                    <a:pt x="920" y="1934"/>
                    <a:pt x="882" y="2004"/>
                  </a:cubicBezTo>
                  <a:lnTo>
                    <a:pt x="251" y="3229"/>
                  </a:lnTo>
                  <a:cubicBezTo>
                    <a:pt x="223" y="3275"/>
                    <a:pt x="223" y="3331"/>
                    <a:pt x="233" y="3387"/>
                  </a:cubicBezTo>
                  <a:cubicBezTo>
                    <a:pt x="251" y="3442"/>
                    <a:pt x="288" y="3479"/>
                    <a:pt x="344" y="3507"/>
                  </a:cubicBezTo>
                  <a:lnTo>
                    <a:pt x="1142" y="3925"/>
                  </a:lnTo>
                  <a:cubicBezTo>
                    <a:pt x="1179" y="3943"/>
                    <a:pt x="1197" y="3990"/>
                    <a:pt x="1188" y="4036"/>
                  </a:cubicBezTo>
                  <a:cubicBezTo>
                    <a:pt x="1114" y="4361"/>
                    <a:pt x="1086" y="4695"/>
                    <a:pt x="1105" y="5038"/>
                  </a:cubicBezTo>
                  <a:cubicBezTo>
                    <a:pt x="1105" y="5084"/>
                    <a:pt x="1086" y="5121"/>
                    <a:pt x="1040" y="5131"/>
                  </a:cubicBezTo>
                  <a:lnTo>
                    <a:pt x="177" y="5409"/>
                  </a:lnTo>
                  <a:cubicBezTo>
                    <a:pt x="66" y="5437"/>
                    <a:pt x="1" y="5557"/>
                    <a:pt x="38" y="5669"/>
                  </a:cubicBezTo>
                  <a:lnTo>
                    <a:pt x="455" y="6977"/>
                  </a:lnTo>
                  <a:cubicBezTo>
                    <a:pt x="478" y="7067"/>
                    <a:pt x="561" y="7126"/>
                    <a:pt x="651" y="7126"/>
                  </a:cubicBezTo>
                  <a:cubicBezTo>
                    <a:pt x="672" y="7126"/>
                    <a:pt x="694" y="7123"/>
                    <a:pt x="715" y="7116"/>
                  </a:cubicBezTo>
                  <a:lnTo>
                    <a:pt x="1578" y="6847"/>
                  </a:lnTo>
                  <a:cubicBezTo>
                    <a:pt x="1590" y="6842"/>
                    <a:pt x="1603" y="6839"/>
                    <a:pt x="1614" y="6839"/>
                  </a:cubicBezTo>
                  <a:cubicBezTo>
                    <a:pt x="1647" y="6839"/>
                    <a:pt x="1675" y="6857"/>
                    <a:pt x="1689" y="6884"/>
                  </a:cubicBezTo>
                  <a:cubicBezTo>
                    <a:pt x="1875" y="7171"/>
                    <a:pt x="2088" y="7431"/>
                    <a:pt x="2338" y="7654"/>
                  </a:cubicBezTo>
                  <a:cubicBezTo>
                    <a:pt x="2375" y="7691"/>
                    <a:pt x="2375" y="7728"/>
                    <a:pt x="2357" y="7774"/>
                  </a:cubicBezTo>
                  <a:lnTo>
                    <a:pt x="1939" y="8572"/>
                  </a:lnTo>
                  <a:cubicBezTo>
                    <a:pt x="1893" y="8674"/>
                    <a:pt x="1930" y="8804"/>
                    <a:pt x="2032" y="8860"/>
                  </a:cubicBezTo>
                  <a:lnTo>
                    <a:pt x="3247" y="9491"/>
                  </a:lnTo>
                  <a:cubicBezTo>
                    <a:pt x="3283" y="9509"/>
                    <a:pt x="3319" y="9519"/>
                    <a:pt x="3355" y="9519"/>
                  </a:cubicBezTo>
                  <a:cubicBezTo>
                    <a:pt x="3375" y="9519"/>
                    <a:pt x="3395" y="9516"/>
                    <a:pt x="3414" y="9509"/>
                  </a:cubicBezTo>
                  <a:cubicBezTo>
                    <a:pt x="3461" y="9491"/>
                    <a:pt x="3507" y="9453"/>
                    <a:pt x="3535" y="9407"/>
                  </a:cubicBezTo>
                  <a:lnTo>
                    <a:pt x="3953" y="8600"/>
                  </a:lnTo>
                  <a:cubicBezTo>
                    <a:pt x="3968" y="8569"/>
                    <a:pt x="4002" y="8551"/>
                    <a:pt x="4040" y="8551"/>
                  </a:cubicBezTo>
                  <a:cubicBezTo>
                    <a:pt x="4048" y="8551"/>
                    <a:pt x="4056" y="8552"/>
                    <a:pt x="4064" y="8554"/>
                  </a:cubicBezTo>
                  <a:cubicBezTo>
                    <a:pt x="4324" y="8613"/>
                    <a:pt x="4589" y="8643"/>
                    <a:pt x="4861" y="8643"/>
                  </a:cubicBezTo>
                  <a:cubicBezTo>
                    <a:pt x="4929" y="8643"/>
                    <a:pt x="4997" y="8641"/>
                    <a:pt x="5066" y="8637"/>
                  </a:cubicBezTo>
                  <a:cubicBezTo>
                    <a:pt x="5112" y="8637"/>
                    <a:pt x="5149" y="8665"/>
                    <a:pt x="5158" y="8702"/>
                  </a:cubicBezTo>
                  <a:lnTo>
                    <a:pt x="5428" y="9565"/>
                  </a:lnTo>
                  <a:cubicBezTo>
                    <a:pt x="5455" y="9658"/>
                    <a:pt x="5539" y="9713"/>
                    <a:pt x="5632" y="9713"/>
                  </a:cubicBezTo>
                  <a:cubicBezTo>
                    <a:pt x="5650" y="9713"/>
                    <a:pt x="5678" y="9713"/>
                    <a:pt x="5697" y="9704"/>
                  </a:cubicBezTo>
                  <a:lnTo>
                    <a:pt x="7005" y="9296"/>
                  </a:lnTo>
                  <a:cubicBezTo>
                    <a:pt x="7116" y="9259"/>
                    <a:pt x="7172" y="9138"/>
                    <a:pt x="7144" y="9027"/>
                  </a:cubicBezTo>
                  <a:lnTo>
                    <a:pt x="6865" y="8164"/>
                  </a:lnTo>
                  <a:cubicBezTo>
                    <a:pt x="6856" y="8127"/>
                    <a:pt x="6875" y="8081"/>
                    <a:pt x="6912" y="8053"/>
                  </a:cubicBezTo>
                  <a:cubicBezTo>
                    <a:pt x="7190" y="7876"/>
                    <a:pt x="7450" y="7654"/>
                    <a:pt x="7682" y="7413"/>
                  </a:cubicBezTo>
                  <a:cubicBezTo>
                    <a:pt x="7700" y="7388"/>
                    <a:pt x="7727" y="7375"/>
                    <a:pt x="7754" y="7375"/>
                  </a:cubicBezTo>
                  <a:cubicBezTo>
                    <a:pt x="7767" y="7375"/>
                    <a:pt x="7781" y="7379"/>
                    <a:pt x="7793" y="7385"/>
                  </a:cubicBezTo>
                  <a:lnTo>
                    <a:pt x="8600" y="7802"/>
                  </a:lnTo>
                  <a:cubicBezTo>
                    <a:pt x="8630" y="7820"/>
                    <a:pt x="8664" y="7830"/>
                    <a:pt x="8699" y="7830"/>
                  </a:cubicBezTo>
                  <a:cubicBezTo>
                    <a:pt x="8718" y="7830"/>
                    <a:pt x="8738" y="7827"/>
                    <a:pt x="8758" y="7821"/>
                  </a:cubicBezTo>
                  <a:cubicBezTo>
                    <a:pt x="8814" y="7802"/>
                    <a:pt x="8860" y="7765"/>
                    <a:pt x="8888" y="7709"/>
                  </a:cubicBezTo>
                  <a:lnTo>
                    <a:pt x="9519" y="6494"/>
                  </a:lnTo>
                  <a:cubicBezTo>
                    <a:pt x="9574" y="6392"/>
                    <a:pt x="9528" y="6262"/>
                    <a:pt x="9426" y="6207"/>
                  </a:cubicBezTo>
                  <a:lnTo>
                    <a:pt x="8619" y="5789"/>
                  </a:lnTo>
                  <a:cubicBezTo>
                    <a:pt x="8582" y="5771"/>
                    <a:pt x="8563" y="5734"/>
                    <a:pt x="8572" y="5687"/>
                  </a:cubicBezTo>
                  <a:cubicBezTo>
                    <a:pt x="8647" y="5353"/>
                    <a:pt x="8674" y="5019"/>
                    <a:pt x="8665" y="4685"/>
                  </a:cubicBezTo>
                  <a:cubicBezTo>
                    <a:pt x="8665" y="4639"/>
                    <a:pt x="8684" y="4602"/>
                    <a:pt x="8730" y="4583"/>
                  </a:cubicBezTo>
                  <a:lnTo>
                    <a:pt x="9593" y="4314"/>
                  </a:lnTo>
                  <a:cubicBezTo>
                    <a:pt x="9648" y="4296"/>
                    <a:pt x="9686" y="4259"/>
                    <a:pt x="9713" y="4212"/>
                  </a:cubicBezTo>
                  <a:cubicBezTo>
                    <a:pt x="9741" y="4156"/>
                    <a:pt x="9750" y="4101"/>
                    <a:pt x="9732" y="4045"/>
                  </a:cubicBezTo>
                  <a:lnTo>
                    <a:pt x="9314" y="2737"/>
                  </a:lnTo>
                  <a:cubicBezTo>
                    <a:pt x="9296" y="2682"/>
                    <a:pt x="9259" y="2644"/>
                    <a:pt x="9212" y="2617"/>
                  </a:cubicBezTo>
                  <a:cubicBezTo>
                    <a:pt x="9182" y="2599"/>
                    <a:pt x="9145" y="2588"/>
                    <a:pt x="9109" y="2588"/>
                  </a:cubicBezTo>
                  <a:cubicBezTo>
                    <a:pt x="9090" y="2588"/>
                    <a:pt x="9071" y="2591"/>
                    <a:pt x="9055" y="2598"/>
                  </a:cubicBezTo>
                  <a:lnTo>
                    <a:pt x="8183" y="2876"/>
                  </a:lnTo>
                  <a:cubicBezTo>
                    <a:pt x="8176" y="2878"/>
                    <a:pt x="8170" y="2879"/>
                    <a:pt x="8163" y="2879"/>
                  </a:cubicBezTo>
                  <a:cubicBezTo>
                    <a:pt x="8130" y="2879"/>
                    <a:pt x="8096" y="2861"/>
                    <a:pt x="8081" y="2830"/>
                  </a:cubicBezTo>
                  <a:cubicBezTo>
                    <a:pt x="7895" y="2552"/>
                    <a:pt x="7682" y="2292"/>
                    <a:pt x="7431" y="2060"/>
                  </a:cubicBezTo>
                  <a:cubicBezTo>
                    <a:pt x="7394" y="2032"/>
                    <a:pt x="7385" y="1986"/>
                    <a:pt x="7413" y="1949"/>
                  </a:cubicBezTo>
                  <a:lnTo>
                    <a:pt x="7830" y="1142"/>
                  </a:lnTo>
                  <a:cubicBezTo>
                    <a:pt x="7849" y="1095"/>
                    <a:pt x="7858" y="1040"/>
                    <a:pt x="7839" y="984"/>
                  </a:cubicBezTo>
                  <a:cubicBezTo>
                    <a:pt x="7821" y="928"/>
                    <a:pt x="7784" y="882"/>
                    <a:pt x="7737" y="854"/>
                  </a:cubicBezTo>
                  <a:lnTo>
                    <a:pt x="6522" y="223"/>
                  </a:lnTo>
                  <a:cubicBezTo>
                    <a:pt x="6492" y="208"/>
                    <a:pt x="6461" y="201"/>
                    <a:pt x="6430" y="201"/>
                  </a:cubicBezTo>
                  <a:cubicBezTo>
                    <a:pt x="6405" y="201"/>
                    <a:pt x="6380" y="206"/>
                    <a:pt x="6355" y="214"/>
                  </a:cubicBezTo>
                  <a:cubicBezTo>
                    <a:pt x="6300" y="232"/>
                    <a:pt x="6262" y="270"/>
                    <a:pt x="6235" y="316"/>
                  </a:cubicBezTo>
                  <a:lnTo>
                    <a:pt x="5817" y="1123"/>
                  </a:lnTo>
                  <a:cubicBezTo>
                    <a:pt x="5802" y="1154"/>
                    <a:pt x="5767" y="1172"/>
                    <a:pt x="5730" y="1172"/>
                  </a:cubicBezTo>
                  <a:cubicBezTo>
                    <a:pt x="5722" y="1172"/>
                    <a:pt x="5714" y="1171"/>
                    <a:pt x="5706" y="1169"/>
                  </a:cubicBezTo>
                  <a:cubicBezTo>
                    <a:pt x="5421" y="1104"/>
                    <a:pt x="5129" y="1075"/>
                    <a:pt x="4830" y="1075"/>
                  </a:cubicBezTo>
                  <a:cubicBezTo>
                    <a:pt x="4788" y="1075"/>
                    <a:pt x="4746" y="1076"/>
                    <a:pt x="4704" y="1077"/>
                  </a:cubicBezTo>
                  <a:cubicBezTo>
                    <a:pt x="4699" y="1078"/>
                    <a:pt x="4694" y="1078"/>
                    <a:pt x="4689" y="1078"/>
                  </a:cubicBezTo>
                  <a:cubicBezTo>
                    <a:pt x="4655" y="1078"/>
                    <a:pt x="4619" y="1052"/>
                    <a:pt x="4611" y="1012"/>
                  </a:cubicBezTo>
                  <a:lnTo>
                    <a:pt x="4342" y="149"/>
                  </a:lnTo>
                  <a:cubicBezTo>
                    <a:pt x="4324" y="93"/>
                    <a:pt x="4286" y="56"/>
                    <a:pt x="4231" y="28"/>
                  </a:cubicBezTo>
                  <a:cubicBezTo>
                    <a:pt x="4201" y="10"/>
                    <a:pt x="4167" y="0"/>
                    <a:pt x="4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7084600" y="1809400"/>
              <a:ext cx="406325" cy="280875"/>
            </a:xfrm>
            <a:custGeom>
              <a:avLst/>
              <a:gdLst/>
              <a:ahLst/>
              <a:cxnLst/>
              <a:rect l="l" t="t" r="r" b="b"/>
              <a:pathLst>
                <a:path w="16253" h="11235" extrusionOk="0">
                  <a:moveTo>
                    <a:pt x="427" y="0"/>
                  </a:moveTo>
                  <a:cubicBezTo>
                    <a:pt x="195" y="0"/>
                    <a:pt x="0" y="195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104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7083200" y="1808000"/>
              <a:ext cx="409125" cy="283900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4" y="279"/>
                    <a:pt x="16244" y="483"/>
                  </a:cubicBezTo>
                  <a:lnTo>
                    <a:pt x="16244" y="11142"/>
                  </a:lnTo>
                  <a:cubicBezTo>
                    <a:pt x="16244" y="11198"/>
                    <a:pt x="16207" y="11235"/>
                    <a:pt x="16160" y="11235"/>
                  </a:cubicBezTo>
                  <a:lnTo>
                    <a:pt x="205" y="11235"/>
                  </a:lnTo>
                  <a:cubicBezTo>
                    <a:pt x="158" y="11235"/>
                    <a:pt x="112" y="11198"/>
                    <a:pt x="112" y="11142"/>
                  </a:cubicBezTo>
                  <a:lnTo>
                    <a:pt x="112" y="483"/>
                  </a:lnTo>
                  <a:cubicBezTo>
                    <a:pt x="112" y="279"/>
                    <a:pt x="279" y="121"/>
                    <a:pt x="483" y="121"/>
                  </a:cubicBezTo>
                  <a:close/>
                  <a:moveTo>
                    <a:pt x="483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5" y="11355"/>
                  </a:cubicBezTo>
                  <a:lnTo>
                    <a:pt x="16160" y="11355"/>
                  </a:lnTo>
                  <a:cubicBezTo>
                    <a:pt x="16272" y="11355"/>
                    <a:pt x="16365" y="11262"/>
                    <a:pt x="16365" y="11142"/>
                  </a:cubicBezTo>
                  <a:lnTo>
                    <a:pt x="16365" y="483"/>
                  </a:lnTo>
                  <a:cubicBezTo>
                    <a:pt x="16365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7114275" y="1836525"/>
              <a:ext cx="346975" cy="226850"/>
            </a:xfrm>
            <a:custGeom>
              <a:avLst/>
              <a:gdLst/>
              <a:ahLst/>
              <a:cxnLst/>
              <a:rect l="l" t="t" r="r" b="b"/>
              <a:pathLst>
                <a:path w="13879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13879" y="9073"/>
                  </a:lnTo>
                  <a:lnTo>
                    <a:pt x="13879" y="7394"/>
                  </a:lnTo>
                  <a:lnTo>
                    <a:pt x="13879" y="2097"/>
                  </a:lnTo>
                  <a:lnTo>
                    <a:pt x="13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7112875" y="1834900"/>
              <a:ext cx="349775" cy="229850"/>
            </a:xfrm>
            <a:custGeom>
              <a:avLst/>
              <a:gdLst/>
              <a:ahLst/>
              <a:cxnLst/>
              <a:rect l="l" t="t" r="r" b="b"/>
              <a:pathLst>
                <a:path w="13991" h="9194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9138"/>
                  </a:lnTo>
                  <a:cubicBezTo>
                    <a:pt x="1" y="9175"/>
                    <a:pt x="29" y="9194"/>
                    <a:pt x="57" y="9194"/>
                  </a:cubicBezTo>
                  <a:lnTo>
                    <a:pt x="13935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7459"/>
                  </a:lnTo>
                  <a:cubicBezTo>
                    <a:pt x="13990" y="7431"/>
                    <a:pt x="13962" y="7403"/>
                    <a:pt x="13935" y="7403"/>
                  </a:cubicBezTo>
                  <a:cubicBezTo>
                    <a:pt x="13897" y="7403"/>
                    <a:pt x="13870" y="7431"/>
                    <a:pt x="13870" y="7459"/>
                  </a:cubicBezTo>
                  <a:lnTo>
                    <a:pt x="13870" y="9083"/>
                  </a:lnTo>
                  <a:lnTo>
                    <a:pt x="112" y="9083"/>
                  </a:lnTo>
                  <a:lnTo>
                    <a:pt x="112" y="121"/>
                  </a:lnTo>
                  <a:lnTo>
                    <a:pt x="13870" y="121"/>
                  </a:lnTo>
                  <a:lnTo>
                    <a:pt x="13870" y="2162"/>
                  </a:lnTo>
                  <a:cubicBezTo>
                    <a:pt x="13870" y="2190"/>
                    <a:pt x="13897" y="2218"/>
                    <a:pt x="13935" y="2218"/>
                  </a:cubicBezTo>
                  <a:cubicBezTo>
                    <a:pt x="13962" y="2218"/>
                    <a:pt x="13990" y="2190"/>
                    <a:pt x="13990" y="2162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7459600" y="1907275"/>
              <a:ext cx="3050" cy="76075"/>
            </a:xfrm>
            <a:custGeom>
              <a:avLst/>
              <a:gdLst/>
              <a:ahLst/>
              <a:cxnLst/>
              <a:rect l="l" t="t" r="r" b="b"/>
              <a:pathLst>
                <a:path w="122" h="3043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2987"/>
                  </a:lnTo>
                  <a:cubicBezTo>
                    <a:pt x="1" y="3015"/>
                    <a:pt x="28" y="3043"/>
                    <a:pt x="66" y="3043"/>
                  </a:cubicBezTo>
                  <a:cubicBezTo>
                    <a:pt x="93" y="3043"/>
                    <a:pt x="121" y="3015"/>
                    <a:pt x="121" y="2987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7283100" y="1818675"/>
              <a:ext cx="9325" cy="9075"/>
            </a:xfrm>
            <a:custGeom>
              <a:avLst/>
              <a:gdLst/>
              <a:ahLst/>
              <a:cxnLst/>
              <a:rect l="l" t="t" r="r" b="b"/>
              <a:pathLst>
                <a:path w="373" h="363" extrusionOk="0">
                  <a:moveTo>
                    <a:pt x="187" y="121"/>
                  </a:moveTo>
                  <a:cubicBezTo>
                    <a:pt x="224" y="121"/>
                    <a:pt x="251" y="149"/>
                    <a:pt x="251" y="186"/>
                  </a:cubicBezTo>
                  <a:cubicBezTo>
                    <a:pt x="251" y="223"/>
                    <a:pt x="224" y="251"/>
                    <a:pt x="187" y="251"/>
                  </a:cubicBezTo>
                  <a:cubicBezTo>
                    <a:pt x="149" y="251"/>
                    <a:pt x="122" y="223"/>
                    <a:pt x="122" y="186"/>
                  </a:cubicBezTo>
                  <a:cubicBezTo>
                    <a:pt x="122" y="149"/>
                    <a:pt x="149" y="121"/>
                    <a:pt x="187" y="121"/>
                  </a:cubicBezTo>
                  <a:close/>
                  <a:moveTo>
                    <a:pt x="187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7" y="362"/>
                  </a:cubicBezTo>
                  <a:cubicBezTo>
                    <a:pt x="289" y="362"/>
                    <a:pt x="372" y="288"/>
                    <a:pt x="372" y="186"/>
                  </a:cubicBezTo>
                  <a:cubicBezTo>
                    <a:pt x="372" y="84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7018025" y="2088150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91"/>
                  </a:lnTo>
                  <a:cubicBezTo>
                    <a:pt x="1" y="1207"/>
                    <a:pt x="260" y="1457"/>
                    <a:pt x="576" y="1457"/>
                  </a:cubicBezTo>
                  <a:lnTo>
                    <a:pt x="21003" y="1457"/>
                  </a:lnTo>
                  <a:cubicBezTo>
                    <a:pt x="21319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7016650" y="2086775"/>
              <a:ext cx="542225" cy="39200"/>
            </a:xfrm>
            <a:custGeom>
              <a:avLst/>
              <a:gdLst/>
              <a:ahLst/>
              <a:cxnLst/>
              <a:rect l="l" t="t" r="r" b="b"/>
              <a:pathLst>
                <a:path w="21689" h="1568" extrusionOk="0">
                  <a:moveTo>
                    <a:pt x="21568" y="111"/>
                  </a:moveTo>
                  <a:lnTo>
                    <a:pt x="21568" y="946"/>
                  </a:lnTo>
                  <a:cubicBezTo>
                    <a:pt x="21568" y="1225"/>
                    <a:pt x="21336" y="1457"/>
                    <a:pt x="21058" y="1457"/>
                  </a:cubicBezTo>
                  <a:lnTo>
                    <a:pt x="631" y="1457"/>
                  </a:lnTo>
                  <a:cubicBezTo>
                    <a:pt x="343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946"/>
                  </a:lnTo>
                  <a:cubicBezTo>
                    <a:pt x="0" y="1290"/>
                    <a:pt x="278" y="1568"/>
                    <a:pt x="631" y="1568"/>
                  </a:cubicBezTo>
                  <a:lnTo>
                    <a:pt x="21058" y="1568"/>
                  </a:lnTo>
                  <a:cubicBezTo>
                    <a:pt x="21401" y="1568"/>
                    <a:pt x="21689" y="1290"/>
                    <a:pt x="21689" y="946"/>
                  </a:cubicBezTo>
                  <a:lnTo>
                    <a:pt x="21689" y="56"/>
                  </a:lnTo>
                  <a:cubicBezTo>
                    <a:pt x="21689" y="28"/>
                    <a:pt x="21661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7021750" y="2114600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21216" y="112"/>
                  </a:lnTo>
                  <a:cubicBezTo>
                    <a:pt x="21253" y="112"/>
                    <a:pt x="21272" y="93"/>
                    <a:pt x="21272" y="56"/>
                  </a:cubicBezTo>
                  <a:cubicBezTo>
                    <a:pt x="21272" y="28"/>
                    <a:pt x="21253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7236275" y="2090475"/>
              <a:ext cx="102975" cy="11400"/>
            </a:xfrm>
            <a:custGeom>
              <a:avLst/>
              <a:gdLst/>
              <a:ahLst/>
              <a:cxnLst/>
              <a:rect l="l" t="t" r="r" b="b"/>
              <a:pathLst>
                <a:path w="4119" h="456" extrusionOk="0">
                  <a:moveTo>
                    <a:pt x="0" y="1"/>
                  </a:moveTo>
                  <a:lnTo>
                    <a:pt x="0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7234875" y="2089075"/>
              <a:ext cx="105775" cy="14175"/>
            </a:xfrm>
            <a:custGeom>
              <a:avLst/>
              <a:gdLst/>
              <a:ahLst/>
              <a:cxnLst/>
              <a:rect l="l" t="t" r="r" b="b"/>
              <a:pathLst>
                <a:path w="4231" h="567" extrusionOk="0">
                  <a:moveTo>
                    <a:pt x="4119" y="112"/>
                  </a:moveTo>
                  <a:lnTo>
                    <a:pt x="4119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511"/>
                  </a:lnTo>
                  <a:cubicBezTo>
                    <a:pt x="0" y="539"/>
                    <a:pt x="28" y="567"/>
                    <a:pt x="56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7183625" y="1879425"/>
              <a:ext cx="185775" cy="159125"/>
            </a:xfrm>
            <a:custGeom>
              <a:avLst/>
              <a:gdLst/>
              <a:ahLst/>
              <a:cxnLst/>
              <a:rect l="l" t="t" r="r" b="b"/>
              <a:pathLst>
                <a:path w="7431" h="6365" extrusionOk="0">
                  <a:moveTo>
                    <a:pt x="297" y="1"/>
                  </a:moveTo>
                  <a:cubicBezTo>
                    <a:pt x="130" y="1"/>
                    <a:pt x="0" y="140"/>
                    <a:pt x="0" y="298"/>
                  </a:cubicBezTo>
                  <a:lnTo>
                    <a:pt x="0" y="6068"/>
                  </a:lnTo>
                  <a:cubicBezTo>
                    <a:pt x="0" y="6235"/>
                    <a:pt x="130" y="6365"/>
                    <a:pt x="297" y="6365"/>
                  </a:cubicBezTo>
                  <a:lnTo>
                    <a:pt x="7134" y="6365"/>
                  </a:lnTo>
                  <a:cubicBezTo>
                    <a:pt x="7301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1" y="1"/>
                    <a:pt x="7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7195900" y="1866900"/>
              <a:ext cx="185800" cy="159125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lnTo>
                    <a:pt x="1" y="6012"/>
                  </a:lnTo>
                  <a:cubicBezTo>
                    <a:pt x="1" y="6207"/>
                    <a:pt x="159" y="6365"/>
                    <a:pt x="353" y="6365"/>
                  </a:cubicBezTo>
                  <a:lnTo>
                    <a:pt x="7088" y="6365"/>
                  </a:lnTo>
                  <a:cubicBezTo>
                    <a:pt x="7274" y="6365"/>
                    <a:pt x="7432" y="6207"/>
                    <a:pt x="7432" y="6012"/>
                  </a:cubicBezTo>
                  <a:lnTo>
                    <a:pt x="7432" y="353"/>
                  </a:lnTo>
                  <a:cubicBezTo>
                    <a:pt x="7432" y="159"/>
                    <a:pt x="7274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7194525" y="1865525"/>
              <a:ext cx="188800" cy="161900"/>
            </a:xfrm>
            <a:custGeom>
              <a:avLst/>
              <a:gdLst/>
              <a:ahLst/>
              <a:cxnLst/>
              <a:rect l="l" t="t" r="r" b="b"/>
              <a:pathLst>
                <a:path w="7552" h="6476" extrusionOk="0">
                  <a:moveTo>
                    <a:pt x="7143" y="112"/>
                  </a:moveTo>
                  <a:cubicBezTo>
                    <a:pt x="7301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1" y="6355"/>
                    <a:pt x="7143" y="6355"/>
                  </a:cubicBezTo>
                  <a:lnTo>
                    <a:pt x="408" y="6355"/>
                  </a:lnTo>
                  <a:cubicBezTo>
                    <a:pt x="241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1" y="112"/>
                    <a:pt x="408" y="112"/>
                  </a:cubicBezTo>
                  <a:close/>
                  <a:moveTo>
                    <a:pt x="408" y="0"/>
                  </a:moveTo>
                  <a:cubicBezTo>
                    <a:pt x="177" y="0"/>
                    <a:pt x="0" y="176"/>
                    <a:pt x="0" y="408"/>
                  </a:cubicBezTo>
                  <a:lnTo>
                    <a:pt x="0" y="6067"/>
                  </a:lnTo>
                  <a:cubicBezTo>
                    <a:pt x="0" y="6290"/>
                    <a:pt x="177" y="6475"/>
                    <a:pt x="408" y="6475"/>
                  </a:cubicBezTo>
                  <a:lnTo>
                    <a:pt x="7143" y="6475"/>
                  </a:lnTo>
                  <a:cubicBezTo>
                    <a:pt x="7366" y="6475"/>
                    <a:pt x="7552" y="6290"/>
                    <a:pt x="7542" y="6067"/>
                  </a:cubicBezTo>
                  <a:lnTo>
                    <a:pt x="7542" y="408"/>
                  </a:lnTo>
                  <a:cubicBezTo>
                    <a:pt x="7542" y="186"/>
                    <a:pt x="7366" y="0"/>
                    <a:pt x="7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7224425" y="1950625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6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6" y="687"/>
                  </a:cubicBezTo>
                  <a:lnTo>
                    <a:pt x="4806" y="687"/>
                  </a:lnTo>
                  <a:cubicBezTo>
                    <a:pt x="4992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7223050" y="1949250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61" y="111"/>
                  </a:moveTo>
                  <a:cubicBezTo>
                    <a:pt x="5010" y="111"/>
                    <a:pt x="5130" y="232"/>
                    <a:pt x="5130" y="380"/>
                  </a:cubicBezTo>
                  <a:lnTo>
                    <a:pt x="5130" y="418"/>
                  </a:lnTo>
                  <a:cubicBezTo>
                    <a:pt x="5130" y="566"/>
                    <a:pt x="5010" y="687"/>
                    <a:pt x="4861" y="687"/>
                  </a:cubicBezTo>
                  <a:lnTo>
                    <a:pt x="381" y="687"/>
                  </a:lnTo>
                  <a:cubicBezTo>
                    <a:pt x="232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7" y="0"/>
                    <a:pt x="0" y="167"/>
                    <a:pt x="0" y="380"/>
                  </a:cubicBezTo>
                  <a:lnTo>
                    <a:pt x="0" y="418"/>
                  </a:lnTo>
                  <a:cubicBezTo>
                    <a:pt x="0" y="631"/>
                    <a:pt x="167" y="798"/>
                    <a:pt x="381" y="798"/>
                  </a:cubicBezTo>
                  <a:lnTo>
                    <a:pt x="4861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7238350" y="1955275"/>
              <a:ext cx="99750" cy="7200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7" y="56"/>
                    <a:pt x="3934" y="93"/>
                    <a:pt x="3934" y="139"/>
                  </a:cubicBezTo>
                  <a:lnTo>
                    <a:pt x="3934" y="149"/>
                  </a:lnTo>
                  <a:cubicBezTo>
                    <a:pt x="3934" y="195"/>
                    <a:pt x="3897" y="232"/>
                    <a:pt x="3850" y="232"/>
                  </a:cubicBezTo>
                  <a:lnTo>
                    <a:pt x="140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40" y="56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66" y="288"/>
                    <a:pt x="140" y="288"/>
                  </a:cubicBezTo>
                  <a:lnTo>
                    <a:pt x="3850" y="288"/>
                  </a:lnTo>
                  <a:cubicBezTo>
                    <a:pt x="3925" y="288"/>
                    <a:pt x="3990" y="232"/>
                    <a:pt x="3990" y="149"/>
                  </a:cubicBezTo>
                  <a:lnTo>
                    <a:pt x="3990" y="139"/>
                  </a:lnTo>
                  <a:cubicBezTo>
                    <a:pt x="3990" y="65"/>
                    <a:pt x="3925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7246700" y="19775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1" y="84"/>
                    <a:pt x="1" y="196"/>
                  </a:cubicBezTo>
                  <a:cubicBezTo>
                    <a:pt x="1" y="307"/>
                    <a:pt x="93" y="400"/>
                    <a:pt x="195" y="400"/>
                  </a:cubicBezTo>
                  <a:lnTo>
                    <a:pt x="3155" y="400"/>
                  </a:lnTo>
                  <a:cubicBezTo>
                    <a:pt x="3266" y="400"/>
                    <a:pt x="3359" y="307"/>
                    <a:pt x="3359" y="196"/>
                  </a:cubicBezTo>
                  <a:cubicBezTo>
                    <a:pt x="3359" y="84"/>
                    <a:pt x="3266" y="1"/>
                    <a:pt x="3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7245300" y="1976150"/>
              <a:ext cx="86775" cy="12775"/>
            </a:xfrm>
            <a:custGeom>
              <a:avLst/>
              <a:gdLst/>
              <a:ahLst/>
              <a:cxnLst/>
              <a:rect l="l" t="t" r="r" b="b"/>
              <a:pathLst>
                <a:path w="3471" h="511" extrusionOk="0">
                  <a:moveTo>
                    <a:pt x="3211" y="112"/>
                  </a:moveTo>
                  <a:cubicBezTo>
                    <a:pt x="3285" y="112"/>
                    <a:pt x="3350" y="176"/>
                    <a:pt x="3350" y="251"/>
                  </a:cubicBezTo>
                  <a:cubicBezTo>
                    <a:pt x="3350" y="334"/>
                    <a:pt x="3285" y="390"/>
                    <a:pt x="3211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9"/>
                    <a:pt x="112" y="510"/>
                    <a:pt x="251" y="510"/>
                  </a:cubicBezTo>
                  <a:lnTo>
                    <a:pt x="3211" y="510"/>
                  </a:lnTo>
                  <a:cubicBezTo>
                    <a:pt x="3350" y="510"/>
                    <a:pt x="3470" y="399"/>
                    <a:pt x="3470" y="251"/>
                  </a:cubicBezTo>
                  <a:cubicBezTo>
                    <a:pt x="3470" y="112"/>
                    <a:pt x="3350" y="0"/>
                    <a:pt x="3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7263625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7272900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7281500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6" y="1"/>
                    <a:pt x="0" y="38"/>
                    <a:pt x="0" y="94"/>
                  </a:cubicBezTo>
                  <a:cubicBezTo>
                    <a:pt x="0" y="149"/>
                    <a:pt x="46" y="196"/>
                    <a:pt x="93" y="196"/>
                  </a:cubicBezTo>
                  <a:cubicBezTo>
                    <a:pt x="148" y="196"/>
                    <a:pt x="195" y="149"/>
                    <a:pt x="195" y="94"/>
                  </a:cubicBezTo>
                  <a:cubicBezTo>
                    <a:pt x="195" y="38"/>
                    <a:pt x="148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7290775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7299800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2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7309075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7261775" y="1885700"/>
              <a:ext cx="53825" cy="53600"/>
            </a:xfrm>
            <a:custGeom>
              <a:avLst/>
              <a:gdLst/>
              <a:ahLst/>
              <a:cxnLst/>
              <a:rect l="l" t="t" r="r" b="b"/>
              <a:pathLst>
                <a:path w="2153" h="2144" extrusionOk="0">
                  <a:moveTo>
                    <a:pt x="1077" y="0"/>
                  </a:moveTo>
                  <a:cubicBezTo>
                    <a:pt x="483" y="0"/>
                    <a:pt x="1" y="473"/>
                    <a:pt x="1" y="1067"/>
                  </a:cubicBezTo>
                  <a:cubicBezTo>
                    <a:pt x="1" y="1661"/>
                    <a:pt x="483" y="2143"/>
                    <a:pt x="1077" y="2143"/>
                  </a:cubicBezTo>
                  <a:cubicBezTo>
                    <a:pt x="1670" y="2143"/>
                    <a:pt x="2153" y="1661"/>
                    <a:pt x="2153" y="1067"/>
                  </a:cubicBezTo>
                  <a:cubicBezTo>
                    <a:pt x="2153" y="473"/>
                    <a:pt x="1670" y="0"/>
                    <a:pt x="1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7260375" y="1884075"/>
              <a:ext cx="56625" cy="56850"/>
            </a:xfrm>
            <a:custGeom>
              <a:avLst/>
              <a:gdLst/>
              <a:ahLst/>
              <a:cxnLst/>
              <a:rect l="l" t="t" r="r" b="b"/>
              <a:pathLst>
                <a:path w="2265" h="2274" extrusionOk="0">
                  <a:moveTo>
                    <a:pt x="1133" y="121"/>
                  </a:moveTo>
                  <a:cubicBezTo>
                    <a:pt x="1689" y="121"/>
                    <a:pt x="2144" y="576"/>
                    <a:pt x="2144" y="1132"/>
                  </a:cubicBezTo>
                  <a:cubicBezTo>
                    <a:pt x="2144" y="1698"/>
                    <a:pt x="1689" y="2153"/>
                    <a:pt x="1133" y="2153"/>
                  </a:cubicBezTo>
                  <a:cubicBezTo>
                    <a:pt x="567" y="2153"/>
                    <a:pt x="112" y="1698"/>
                    <a:pt x="112" y="1132"/>
                  </a:cubicBezTo>
                  <a:cubicBezTo>
                    <a:pt x="112" y="576"/>
                    <a:pt x="567" y="121"/>
                    <a:pt x="1133" y="121"/>
                  </a:cubicBezTo>
                  <a:close/>
                  <a:moveTo>
                    <a:pt x="1133" y="0"/>
                  </a:moveTo>
                  <a:cubicBezTo>
                    <a:pt x="502" y="0"/>
                    <a:pt x="1" y="511"/>
                    <a:pt x="1" y="1132"/>
                  </a:cubicBezTo>
                  <a:cubicBezTo>
                    <a:pt x="1" y="1763"/>
                    <a:pt x="502" y="2273"/>
                    <a:pt x="1133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7276625" y="1914000"/>
              <a:ext cx="23900" cy="12075"/>
            </a:xfrm>
            <a:custGeom>
              <a:avLst/>
              <a:gdLst/>
              <a:ahLst/>
              <a:cxnLst/>
              <a:rect l="l" t="t" r="r" b="b"/>
              <a:pathLst>
                <a:path w="956" h="483" extrusionOk="0">
                  <a:moveTo>
                    <a:pt x="483" y="0"/>
                  </a:moveTo>
                  <a:cubicBezTo>
                    <a:pt x="214" y="0"/>
                    <a:pt x="0" y="213"/>
                    <a:pt x="0" y="482"/>
                  </a:cubicBezTo>
                  <a:lnTo>
                    <a:pt x="956" y="482"/>
                  </a:lnTo>
                  <a:cubicBezTo>
                    <a:pt x="956" y="213"/>
                    <a:pt x="742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7275225" y="1912600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21"/>
                  </a:moveTo>
                  <a:cubicBezTo>
                    <a:pt x="743" y="121"/>
                    <a:pt x="919" y="279"/>
                    <a:pt x="947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9" y="121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2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7" y="538"/>
                  </a:cubicBezTo>
                  <a:cubicBezTo>
                    <a:pt x="1077" y="242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7281950" y="189892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cubicBezTo>
                    <a:pt x="1" y="418"/>
                    <a:pt x="121" y="538"/>
                    <a:pt x="270" y="538"/>
                  </a:cubicBezTo>
                  <a:cubicBezTo>
                    <a:pt x="418" y="538"/>
                    <a:pt x="539" y="418"/>
                    <a:pt x="539" y="269"/>
                  </a:cubicBezTo>
                  <a:cubicBezTo>
                    <a:pt x="539" y="121"/>
                    <a:pt x="418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7280550" y="1897525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6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6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6" y="112"/>
                  </a:cubicBezTo>
                  <a:close/>
                  <a:moveTo>
                    <a:pt x="326" y="0"/>
                  </a:moveTo>
                  <a:cubicBezTo>
                    <a:pt x="140" y="0"/>
                    <a:pt x="1" y="140"/>
                    <a:pt x="1" y="325"/>
                  </a:cubicBezTo>
                  <a:cubicBezTo>
                    <a:pt x="1" y="511"/>
                    <a:pt x="140" y="659"/>
                    <a:pt x="326" y="659"/>
                  </a:cubicBezTo>
                  <a:cubicBezTo>
                    <a:pt x="511" y="659"/>
                    <a:pt x="660" y="511"/>
                    <a:pt x="660" y="325"/>
                  </a:cubicBezTo>
                  <a:cubicBezTo>
                    <a:pt x="660" y="140"/>
                    <a:pt x="511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7268725" y="1995400"/>
              <a:ext cx="39700" cy="12300"/>
            </a:xfrm>
            <a:custGeom>
              <a:avLst/>
              <a:gdLst/>
              <a:ahLst/>
              <a:cxnLst/>
              <a:rect l="l" t="t" r="r" b="b"/>
              <a:pathLst>
                <a:path w="1588" h="492" extrusionOk="0">
                  <a:moveTo>
                    <a:pt x="251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90"/>
                    <a:pt x="112" y="492"/>
                    <a:pt x="251" y="492"/>
                  </a:cubicBezTo>
                  <a:lnTo>
                    <a:pt x="1346" y="492"/>
                  </a:lnTo>
                  <a:cubicBezTo>
                    <a:pt x="1476" y="492"/>
                    <a:pt x="1587" y="390"/>
                    <a:pt x="1587" y="251"/>
                  </a:cubicBezTo>
                  <a:cubicBezTo>
                    <a:pt x="1587" y="111"/>
                    <a:pt x="1476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7267350" y="1994000"/>
              <a:ext cx="42450" cy="15325"/>
            </a:xfrm>
            <a:custGeom>
              <a:avLst/>
              <a:gdLst/>
              <a:ahLst/>
              <a:cxnLst/>
              <a:rect l="l" t="t" r="r" b="b"/>
              <a:pathLst>
                <a:path w="1698" h="613" extrusionOk="0">
                  <a:moveTo>
                    <a:pt x="1401" y="121"/>
                  </a:moveTo>
                  <a:cubicBezTo>
                    <a:pt x="1503" y="121"/>
                    <a:pt x="1586" y="20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12" y="409"/>
                    <a:pt x="112" y="307"/>
                  </a:cubicBezTo>
                  <a:cubicBezTo>
                    <a:pt x="112" y="205"/>
                    <a:pt x="195" y="121"/>
                    <a:pt x="306" y="121"/>
                  </a:cubicBezTo>
                  <a:close/>
                  <a:moveTo>
                    <a:pt x="306" y="0"/>
                  </a:moveTo>
                  <a:cubicBezTo>
                    <a:pt x="139" y="0"/>
                    <a:pt x="0" y="140"/>
                    <a:pt x="0" y="307"/>
                  </a:cubicBezTo>
                  <a:cubicBezTo>
                    <a:pt x="0" y="474"/>
                    <a:pt x="130" y="613"/>
                    <a:pt x="306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7284275" y="2327500"/>
              <a:ext cx="305000" cy="222425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7301425" y="2310575"/>
              <a:ext cx="305000" cy="37575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7299800" y="2309175"/>
              <a:ext cx="308025" cy="4037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75537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75762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7531500" y="232170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7301200" y="2348125"/>
              <a:ext cx="305000" cy="183475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7299800" y="2346750"/>
              <a:ext cx="308025" cy="186250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7510150" y="2385250"/>
              <a:ext cx="67525" cy="103925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7508775" y="2383625"/>
              <a:ext cx="70300" cy="10717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7511775" y="2387100"/>
              <a:ext cx="65200" cy="100900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7510150" y="2385700"/>
              <a:ext cx="68450" cy="103700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7510625" y="2386875"/>
              <a:ext cx="64950" cy="102300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7509000" y="2385325"/>
              <a:ext cx="68200" cy="105475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340175" y="2391050"/>
              <a:ext cx="143350" cy="3025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340175" y="2412375"/>
              <a:ext cx="52200" cy="3050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7409750" y="2412375"/>
              <a:ext cx="62875" cy="3050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7340175" y="2477075"/>
              <a:ext cx="93025" cy="2825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7340175" y="2434875"/>
              <a:ext cx="144500" cy="2800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7340175" y="2456200"/>
              <a:ext cx="47800" cy="2825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7398850" y="2456200"/>
              <a:ext cx="84675" cy="2825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7414375" y="2425125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7106150" y="2233800"/>
              <a:ext cx="232650" cy="16562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7104525" y="2232175"/>
              <a:ext cx="235675" cy="168850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7119150" y="2221275"/>
              <a:ext cx="232625" cy="27850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7117750" y="2219650"/>
              <a:ext cx="235425" cy="30875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7143950" y="2229150"/>
              <a:ext cx="11400" cy="1140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7160650" y="2229150"/>
              <a:ext cx="11625" cy="1140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7127275" y="2229150"/>
              <a:ext cx="11600" cy="1140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7118925" y="2249100"/>
              <a:ext cx="232625" cy="136625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7117525" y="2247725"/>
              <a:ext cx="235650" cy="139625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7224200" y="2280875"/>
              <a:ext cx="98600" cy="2825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7224200" y="2296650"/>
              <a:ext cx="36450" cy="3050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7271525" y="2296650"/>
              <a:ext cx="43850" cy="3050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7224200" y="2344900"/>
              <a:ext cx="64275" cy="2800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7224200" y="2313350"/>
              <a:ext cx="99525" cy="2800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7224200" y="2329125"/>
              <a:ext cx="33425" cy="3025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7264100" y="2329125"/>
              <a:ext cx="58700" cy="3025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7136550" y="2273925"/>
              <a:ext cx="70525" cy="705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7135150" y="2272525"/>
              <a:ext cx="73300" cy="73550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7133525" y="2274375"/>
              <a:ext cx="70525" cy="70550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7132125" y="2273000"/>
              <a:ext cx="73325" cy="73525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7288225" y="2174500"/>
              <a:ext cx="117825" cy="104850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7293325" y="2173275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7296575" y="2169100"/>
              <a:ext cx="112725" cy="104825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7299125" y="2167700"/>
              <a:ext cx="107850" cy="107650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7335750" y="2167700"/>
              <a:ext cx="34125" cy="107650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7303050" y="2203425"/>
              <a:ext cx="99050" cy="2800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7303050" y="2238675"/>
              <a:ext cx="99050" cy="3025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3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SWOT analysis</a:t>
            </a:r>
            <a:endParaRPr dirty="0"/>
          </a:p>
        </p:txBody>
      </p:sp>
      <p:sp>
        <p:nvSpPr>
          <p:cNvPr id="1963" name="Google Shape;1963;p39"/>
          <p:cNvSpPr/>
          <p:nvPr/>
        </p:nvSpPr>
        <p:spPr>
          <a:xfrm>
            <a:off x="713225" y="1128900"/>
            <a:ext cx="7717500" cy="3475200"/>
          </a:xfrm>
          <a:prstGeom prst="mathPlus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p39"/>
          <p:cNvSpPr txBox="1"/>
          <p:nvPr/>
        </p:nvSpPr>
        <p:spPr>
          <a:xfrm>
            <a:off x="2215513" y="1288063"/>
            <a:ext cx="195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endParaRPr sz="1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5" name="Google Shape;1965;p39"/>
          <p:cNvSpPr txBox="1"/>
          <p:nvPr/>
        </p:nvSpPr>
        <p:spPr>
          <a:xfrm>
            <a:off x="2109463" y="4169100"/>
            <a:ext cx="21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endParaRPr sz="1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8" name="Google Shape;1968;p39"/>
          <p:cNvSpPr/>
          <p:nvPr/>
        </p:nvSpPr>
        <p:spPr>
          <a:xfrm>
            <a:off x="2273413" y="1671888"/>
            <a:ext cx="1840500" cy="105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69" name="Google Shape;1969;p39"/>
          <p:cNvSpPr/>
          <p:nvPr/>
        </p:nvSpPr>
        <p:spPr>
          <a:xfrm>
            <a:off x="2273413" y="3190358"/>
            <a:ext cx="1840500" cy="68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2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70" name="Google Shape;1970;p39"/>
          <p:cNvSpPr/>
          <p:nvPr/>
        </p:nvSpPr>
        <p:spPr>
          <a:xfrm>
            <a:off x="5030096" y="3227475"/>
            <a:ext cx="18405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71" name="Google Shape;1971;p39"/>
          <p:cNvSpPr/>
          <p:nvPr/>
        </p:nvSpPr>
        <p:spPr>
          <a:xfrm>
            <a:off x="5030063" y="1855875"/>
            <a:ext cx="1840500" cy="6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" name="Google Shape;1964;p39">
            <a:extLst>
              <a:ext uri="{FF2B5EF4-FFF2-40B4-BE49-F238E27FC236}">
                <a16:creationId xmlns:a16="http://schemas.microsoft.com/office/drawing/2014/main" id="{7920ED38-71D5-3677-54E9-6E18017D466D}"/>
              </a:ext>
            </a:extLst>
          </p:cNvPr>
          <p:cNvSpPr txBox="1"/>
          <p:nvPr/>
        </p:nvSpPr>
        <p:spPr>
          <a:xfrm>
            <a:off x="4947324" y="1256245"/>
            <a:ext cx="195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endParaRPr sz="1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965;p39">
            <a:extLst>
              <a:ext uri="{FF2B5EF4-FFF2-40B4-BE49-F238E27FC236}">
                <a16:creationId xmlns:a16="http://schemas.microsoft.com/office/drawing/2014/main" id="{5A722DCF-FD29-6BDA-F305-C7D145C59D64}"/>
              </a:ext>
            </a:extLst>
          </p:cNvPr>
          <p:cNvSpPr txBox="1"/>
          <p:nvPr/>
        </p:nvSpPr>
        <p:spPr>
          <a:xfrm>
            <a:off x="4962706" y="4165315"/>
            <a:ext cx="216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sz="1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F8265CF-E734-7DDC-6906-3193A90ABF62}"/>
              </a:ext>
            </a:extLst>
          </p:cNvPr>
          <p:cNvSpPr txBox="1"/>
          <p:nvPr/>
        </p:nvSpPr>
        <p:spPr>
          <a:xfrm>
            <a:off x="2215514" y="1772259"/>
            <a:ext cx="1898400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5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Efficient teamwork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5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Discipline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5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Professional knowledge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5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Motivation</a:t>
            </a:r>
          </a:p>
          <a:p>
            <a:endParaRPr lang="en-US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CF2BDE5-0593-8A11-F853-96454209D5A2}"/>
              </a:ext>
            </a:extLst>
          </p:cNvPr>
          <p:cNvSpPr txBox="1"/>
          <p:nvPr/>
        </p:nvSpPr>
        <p:spPr>
          <a:xfrm>
            <a:off x="5030063" y="1855875"/>
            <a:ext cx="2033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Procrastination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Stubbornness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Time management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Inflexibility</a:t>
            </a:r>
          </a:p>
          <a:p>
            <a:endParaRPr lang="en-US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28EE165-9BCC-F4EB-5062-F2B5D42DA437}"/>
              </a:ext>
            </a:extLst>
          </p:cNvPr>
          <p:cNvSpPr txBox="1"/>
          <p:nvPr/>
        </p:nvSpPr>
        <p:spPr>
          <a:xfrm>
            <a:off x="2244176" y="3175261"/>
            <a:ext cx="2033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Weak competition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Luck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Strong economy</a:t>
            </a:r>
          </a:p>
          <a:p>
            <a:endParaRPr lang="en-US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B1B9C85-7137-244B-16C8-454B29BDC1FE}"/>
              </a:ext>
            </a:extLst>
          </p:cNvPr>
          <p:cNvSpPr txBox="1"/>
          <p:nvPr/>
        </p:nvSpPr>
        <p:spPr>
          <a:xfrm>
            <a:off x="4962706" y="3227460"/>
            <a:ext cx="2033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Strong competition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Advance of AI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Lack of demand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>
          <a:extLst>
            <a:ext uri="{FF2B5EF4-FFF2-40B4-BE49-F238E27FC236}">
              <a16:creationId xmlns:a16="http://schemas.microsoft.com/office/drawing/2014/main" id="{DD97958F-1FB5-5CE3-5A6F-F53AFCDF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>
            <a:extLst>
              <a:ext uri="{FF2B5EF4-FFF2-40B4-BE49-F238E27FC236}">
                <a16:creationId xmlns:a16="http://schemas.microsoft.com/office/drawing/2014/main" id="{50E05FDA-0CE6-69D8-B277-8367A9EFFE97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1562400" y="1859575"/>
            <a:ext cx="65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Thanks for watching</a:t>
            </a:r>
            <a:br>
              <a:rPr lang="en-US" sz="4400" dirty="0"/>
            </a:br>
            <a:endParaRPr sz="4400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669760C7-DD69-4AEA-D9E2-E6800952650B}"/>
              </a:ext>
            </a:extLst>
          </p:cNvPr>
          <p:cNvSpPr txBox="1"/>
          <p:nvPr/>
        </p:nvSpPr>
        <p:spPr>
          <a:xfrm>
            <a:off x="2136089" y="4262400"/>
            <a:ext cx="5057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Made by Palkó Máté and Toms </a:t>
            </a:r>
            <a:r>
              <a:rPr lang="en-US" sz="1800" i="1" dirty="0" err="1"/>
              <a:t>Krisztián</a:t>
            </a:r>
            <a:r>
              <a:rPr lang="en-US" sz="1800" i="1" dirty="0"/>
              <a:t> </a:t>
            </a:r>
            <a:r>
              <a:rPr lang="en-US" sz="1800" i="1" dirty="0" err="1"/>
              <a:t>József</a:t>
            </a:r>
            <a:endParaRPr lang="en-US" sz="1800" i="1" dirty="0"/>
          </a:p>
        </p:txBody>
      </p:sp>
      <p:sp>
        <p:nvSpPr>
          <p:cNvPr id="2" name="Google Shape;1071;p26">
            <a:extLst>
              <a:ext uri="{FF2B5EF4-FFF2-40B4-BE49-F238E27FC236}">
                <a16:creationId xmlns:a16="http://schemas.microsoft.com/office/drawing/2014/main" id="{BD25F676-4436-7524-143C-95D9F7BEEB94}"/>
              </a:ext>
            </a:extLst>
          </p:cNvPr>
          <p:cNvSpPr txBox="1">
            <a:spLocks/>
          </p:cNvSpPr>
          <p:nvPr/>
        </p:nvSpPr>
        <p:spPr>
          <a:xfrm>
            <a:off x="1410587" y="2857287"/>
            <a:ext cx="650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br>
              <a:rPr lang="en-US" sz="4400" dirty="0"/>
            </a:br>
            <a:endParaRPr lang="en-US" sz="4400" dirty="0"/>
          </a:p>
        </p:txBody>
      </p:sp>
      <p:sp>
        <p:nvSpPr>
          <p:cNvPr id="3" name="Google Shape;1071;p26">
            <a:extLst>
              <a:ext uri="{FF2B5EF4-FFF2-40B4-BE49-F238E27FC236}">
                <a16:creationId xmlns:a16="http://schemas.microsoft.com/office/drawing/2014/main" id="{AF96DC86-E661-8BE3-860C-CC812A23D3AF}"/>
              </a:ext>
            </a:extLst>
          </p:cNvPr>
          <p:cNvSpPr txBox="1">
            <a:spLocks/>
          </p:cNvSpPr>
          <p:nvPr/>
        </p:nvSpPr>
        <p:spPr>
          <a:xfrm>
            <a:off x="912600" y="2711226"/>
            <a:ext cx="780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US" sz="4400" dirty="0"/>
              <a:t>Feel free to ask questions!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2780395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43"/>
          <p:cNvSpPr txBox="1">
            <a:spLocks noGrp="1"/>
          </p:cNvSpPr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122" name="Google Shape;2122;p43"/>
          <p:cNvSpPr txBox="1">
            <a:spLocks noGrp="1"/>
          </p:cNvSpPr>
          <p:nvPr>
            <p:ph type="subTitle" idx="1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2123" name="Google Shape;2123;p43"/>
          <p:cNvSpPr txBox="1"/>
          <p:nvPr/>
        </p:nvSpPr>
        <p:spPr>
          <a:xfrm>
            <a:off x="4019500" y="43436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24" name="Google Shape;2124;p43"/>
          <p:cNvGrpSpPr/>
          <p:nvPr/>
        </p:nvGrpSpPr>
        <p:grpSpPr>
          <a:xfrm>
            <a:off x="713188" y="1198193"/>
            <a:ext cx="2994401" cy="2992970"/>
            <a:chOff x="699850" y="2299150"/>
            <a:chExt cx="1046225" cy="1045725"/>
          </a:xfrm>
        </p:grpSpPr>
        <p:sp>
          <p:nvSpPr>
            <p:cNvPr id="2125" name="Google Shape;2125;p43"/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3"/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3"/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3"/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3"/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3"/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3"/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3"/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3"/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3"/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3"/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3"/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3"/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3"/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3"/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3"/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3"/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3"/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3"/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3"/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3"/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3"/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3"/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3"/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3"/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3"/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3"/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3"/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3"/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3"/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3"/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3"/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3"/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3"/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3"/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3"/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3"/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3"/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3"/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3"/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3"/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3"/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3"/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3"/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3"/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3"/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3"/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3"/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3"/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3"/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3"/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3"/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3"/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3"/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3"/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3"/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3"/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3"/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3"/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3"/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3"/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3"/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3"/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3"/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3"/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3"/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3"/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3"/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3"/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3"/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3"/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3"/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3" name="Google Shape;2293;p43"/>
          <p:cNvGrpSpPr/>
          <p:nvPr/>
        </p:nvGrpSpPr>
        <p:grpSpPr>
          <a:xfrm>
            <a:off x="5193982" y="2998836"/>
            <a:ext cx="443690" cy="443234"/>
            <a:chOff x="3763184" y="3817357"/>
            <a:chExt cx="356865" cy="356498"/>
          </a:xfrm>
        </p:grpSpPr>
        <p:sp>
          <p:nvSpPr>
            <p:cNvPr id="2294" name="Google Shape;2294;p43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3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3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3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8" name="Google Shape;2298;p43"/>
          <p:cNvGrpSpPr/>
          <p:nvPr/>
        </p:nvGrpSpPr>
        <p:grpSpPr>
          <a:xfrm>
            <a:off x="4636444" y="2998836"/>
            <a:ext cx="443690" cy="443234"/>
            <a:chOff x="3314750" y="3817357"/>
            <a:chExt cx="356865" cy="356498"/>
          </a:xfrm>
        </p:grpSpPr>
        <p:sp>
          <p:nvSpPr>
            <p:cNvPr id="2299" name="Google Shape;2299;p43"/>
            <p:cNvSpPr/>
            <p:nvPr/>
          </p:nvSpPr>
          <p:spPr>
            <a:xfrm>
              <a:off x="3314750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0" name="Google Shape;2300;p43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2301" name="Google Shape;2301;p43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43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03" name="Google Shape;2303;p43"/>
          <p:cNvGrpSpPr/>
          <p:nvPr/>
        </p:nvGrpSpPr>
        <p:grpSpPr>
          <a:xfrm>
            <a:off x="4078906" y="2998836"/>
            <a:ext cx="443690" cy="443690"/>
            <a:chOff x="2866317" y="3817357"/>
            <a:chExt cx="356865" cy="356865"/>
          </a:xfrm>
        </p:grpSpPr>
        <p:sp>
          <p:nvSpPr>
            <p:cNvPr id="2304" name="Google Shape;2304;p43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3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933988AA85B56848B4DBAB62B5E7B55D" ma:contentTypeVersion="18" ma:contentTypeDescription="Új dokumentum létrehozása." ma:contentTypeScope="" ma:versionID="7cab75f5ea5623165c3bac8a3c201e23">
  <xsd:schema xmlns:xsd="http://www.w3.org/2001/XMLSchema" xmlns:xs="http://www.w3.org/2001/XMLSchema" xmlns:p="http://schemas.microsoft.com/office/2006/metadata/properties" xmlns:ns3="0f89e66c-3198-4722-86e0-71155cc1c1e6" xmlns:ns4="9b968487-912a-4072-8116-9e9eb192802d" targetNamespace="http://schemas.microsoft.com/office/2006/metadata/properties" ma:root="true" ma:fieldsID="ca73173942fb7d3b2164fe743f5cb4b8" ns3:_="" ns4:_="">
    <xsd:import namespace="0f89e66c-3198-4722-86e0-71155cc1c1e6"/>
    <xsd:import namespace="9b968487-912a-4072-8116-9e9eb19280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89e66c-3198-4722-86e0-71155cc1c1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968487-912a-4072-8116-9e9eb192802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89e66c-3198-4722-86e0-71155cc1c1e6" xsi:nil="true"/>
  </documentManagement>
</p:properties>
</file>

<file path=customXml/itemProps1.xml><?xml version="1.0" encoding="utf-8"?>
<ds:datastoreItem xmlns:ds="http://schemas.openxmlformats.org/officeDocument/2006/customXml" ds:itemID="{EE46F053-CB18-423B-903C-2969BB248E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70EDBD-A018-4608-886E-0EADE79D0D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89e66c-3198-4722-86e0-71155cc1c1e6"/>
    <ds:schemaRef ds:uri="9b968487-912a-4072-8116-9e9eb19280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42830B-DD42-4C15-9CC8-34F6D3C4D97B}">
  <ds:schemaRefs>
    <ds:schemaRef ds:uri="9b968487-912a-4072-8116-9e9eb192802d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0f89e66c-3198-4722-86e0-71155cc1c1e6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634</Words>
  <Application>Microsoft Office PowerPoint</Application>
  <PresentationFormat>Diavetítés a képernyőre (16:9 oldalarány)</PresentationFormat>
  <Paragraphs>170</Paragraphs>
  <Slides>23</Slides>
  <Notes>23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8" baseType="lpstr">
      <vt:lpstr>Wingdings</vt:lpstr>
      <vt:lpstr>Sora</vt:lpstr>
      <vt:lpstr>Arial</vt:lpstr>
      <vt:lpstr>Open Sans</vt:lpstr>
      <vt:lpstr>Software Engineering Business Plan by Slidesgo</vt:lpstr>
      <vt:lpstr>Kovta project network Presentation</vt:lpstr>
      <vt:lpstr>Introduction</vt:lpstr>
      <vt:lpstr>Teamwork</vt:lpstr>
      <vt:lpstr>The aim of the network</vt:lpstr>
      <vt:lpstr>Areas of application</vt:lpstr>
      <vt:lpstr>How does the network work?</vt:lpstr>
      <vt:lpstr>Used technologies and protocols</vt:lpstr>
      <vt:lpstr>Hálózati topológia</vt:lpstr>
      <vt:lpstr>Remote network provider </vt:lpstr>
      <vt:lpstr>Local network provider </vt:lpstr>
      <vt:lpstr>“A” building </vt:lpstr>
      <vt:lpstr>“B” building </vt:lpstr>
      <vt:lpstr>Server room </vt:lpstr>
      <vt:lpstr>Testing</vt:lpstr>
      <vt:lpstr>Programs used for teamwork</vt:lpstr>
      <vt:lpstr>Git</vt:lpstr>
      <vt:lpstr>PowerPoint-bemutató</vt:lpstr>
      <vt:lpstr>Jira</vt:lpstr>
      <vt:lpstr>PowerPoint-bemutató</vt:lpstr>
      <vt:lpstr>Future plans </vt:lpstr>
      <vt:lpstr>SWOT analysis</vt:lpstr>
      <vt:lpstr>Thanks for watching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Máté Palkó</dc:creator>
  <cp:lastModifiedBy>Palkó Máté</cp:lastModifiedBy>
  <cp:revision>17</cp:revision>
  <dcterms:modified xsi:type="dcterms:W3CDTF">2025-03-01T16:20:14Z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0x010100933988AA85B56848B4DBAB62B5E7B55D</vt:lpwstr>
  </property>
</Properties>
</file>